
<file path=[Content_Types].xml><?xml version="1.0" encoding="utf-8"?>
<Types xmlns="http://schemas.openxmlformats.org/package/2006/content-types">
  <Default ContentType="image/gif" Extension="gif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70" r:id="rId4"/>
    <p:sldMasterId id="2147483671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11" Type="http://schemas.openxmlformats.org/officeDocument/2006/relationships/slide" Target="slides/slide5.xml"/><Relationship Id="rId22" Type="http://schemas.openxmlformats.org/officeDocument/2006/relationships/slide" Target="slides/slide16.xml"/><Relationship Id="rId10" Type="http://schemas.openxmlformats.org/officeDocument/2006/relationships/slide" Target="slides/slide4.xml"/><Relationship Id="rId21" Type="http://schemas.openxmlformats.org/officeDocument/2006/relationships/slide" Target="slides/slide15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5" Type="http://schemas.openxmlformats.org/officeDocument/2006/relationships/slideMaster" Target="slideMasters/slideMaster2.xml"/><Relationship Id="rId19" Type="http://schemas.openxmlformats.org/officeDocument/2006/relationships/slide" Target="slides/slide13.xml"/><Relationship Id="rId6" Type="http://schemas.openxmlformats.org/officeDocument/2006/relationships/notesMaster" Target="notesMasters/notesMaster1.xml"/><Relationship Id="rId18" Type="http://schemas.openxmlformats.org/officeDocument/2006/relationships/slide" Target="slides/slide12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3f6533f5c66_6_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g3f6533f5c66_6_7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g3f6533f5c66_6_9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" name="Google Shape;150;g3f6533f5c66_6_9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g3f6533f5c66_6_1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0" name="Google Shape;180;g3f6533f5c66_6_12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g3f6533f5c66_6_1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8" name="Google Shape;208;g3f6533f5c66_6_15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g3f6533f5c66_6_18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0" name="Google Shape;240;g3f6533f5c66_6_18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g3f6533f5c66_6_20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3" name="Google Shape;263;g3f6533f5c66_6_20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7" name="Shape 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Google Shape;348;g3f6533f5c66_6_29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9" name="Google Shape;349;g3f6533f5c66_6_29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5" name="Shape 3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6" name="Google Shape;386;g3f6533f5c66_6_3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7" name="Google Shape;387;g3f6533f5c66_6_32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9" name="Shape 4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" name="Google Shape;410;g3f6533f5c66_6_3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1" name="Google Shape;411;g3f6533f5c66_6_35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3" name="Shape 4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4" name="Google Shape;434;g3f6533f5c66_6_3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5" name="Google Shape;435;g3f6533f5c66_6_37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8" name="Shape 4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9" name="Google Shape;459;g3f6533f5c66_6_39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0" name="Google Shape;460;g3f6533f5c66_6_39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2" name="Shape 4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3" name="Google Shape;483;g3f6533f5c66_6_4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4" name="Google Shape;484;g3f6533f5c66_6_42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7" name="Shape 5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8" name="Google Shape;518;g3f6533f5c66_6_4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9" name="Google Shape;519;g3f6533f5c66_6_45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8" name="Shape 5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9" name="Google Shape;539;g3f653e6d9ce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0" name="Google Shape;540;g3f653e6d9ce_0_1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9" name="Shape 5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0" name="Google Shape;560;g3f6533f5c66_6_5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1" name="Google Shape;561;g3f6533f5c66_6_53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0" name="Shape 5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1" name="Google Shape;591;g3f661d6fcd2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2" name="Google Shape;592;g3f661d6fcd2_0_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4"/>
          <p:cNvSpPr txBox="1"/>
          <p:nvPr>
            <p:ph idx="10" type="dt"/>
          </p:nvPr>
        </p:nvSpPr>
        <p:spPr>
          <a:xfrm>
            <a:off x="171450" y="2383631"/>
            <a:ext cx="800100" cy="136922"/>
          </a:xfrm>
          <a:prstGeom prst="rect">
            <a:avLst/>
          </a:prstGeom>
          <a:noFill/>
          <a:ln>
            <a:noFill/>
          </a:ln>
        </p:spPr>
        <p:txBody>
          <a:bodyPr anchorCtr="0" anchor="ctr" bIns="17150" lIns="34275" spcFirstLastPara="1" rIns="34275" wrap="square" tIns="1715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9pPr>
          </a:lstStyle>
          <a:p/>
        </p:txBody>
      </p:sp>
      <p:sp>
        <p:nvSpPr>
          <p:cNvPr id="58" name="Google Shape;58;p14"/>
          <p:cNvSpPr txBox="1"/>
          <p:nvPr>
            <p:ph idx="11" type="ftr"/>
          </p:nvPr>
        </p:nvSpPr>
        <p:spPr>
          <a:xfrm>
            <a:off x="1171575" y="2383631"/>
            <a:ext cx="1085850" cy="136922"/>
          </a:xfrm>
          <a:prstGeom prst="rect">
            <a:avLst/>
          </a:prstGeom>
          <a:noFill/>
          <a:ln>
            <a:noFill/>
          </a:ln>
        </p:spPr>
        <p:txBody>
          <a:bodyPr anchorCtr="0" anchor="ctr" bIns="17150" lIns="34275" spcFirstLastPara="1" rIns="34275" wrap="square" tIns="1715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9pPr>
          </a:lstStyle>
          <a:p/>
        </p:txBody>
      </p:sp>
      <p:sp>
        <p:nvSpPr>
          <p:cNvPr id="59" name="Google Shape;59;p14"/>
          <p:cNvSpPr txBox="1"/>
          <p:nvPr>
            <p:ph idx="12" type="sldNum"/>
          </p:nvPr>
        </p:nvSpPr>
        <p:spPr>
          <a:xfrm>
            <a:off x="2457450" y="2383631"/>
            <a:ext cx="800100" cy="136922"/>
          </a:xfrm>
          <a:prstGeom prst="rect">
            <a:avLst/>
          </a:prstGeom>
          <a:noFill/>
          <a:ln>
            <a:noFill/>
          </a:ln>
        </p:spPr>
        <p:txBody>
          <a:bodyPr anchorCtr="0" anchor="ctr" bIns="17150" lIns="34275" spcFirstLastPara="1" rIns="34275" wrap="square" tIns="1715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5"/>
          <p:cNvSpPr txBox="1"/>
          <p:nvPr>
            <p:ph type="ctrTitle"/>
          </p:nvPr>
        </p:nvSpPr>
        <p:spPr>
          <a:xfrm>
            <a:off x="257175" y="798909"/>
            <a:ext cx="2914650" cy="551259"/>
          </a:xfrm>
          <a:prstGeom prst="rect">
            <a:avLst/>
          </a:prstGeom>
          <a:noFill/>
          <a:ln>
            <a:noFill/>
          </a:ln>
        </p:spPr>
        <p:txBody>
          <a:bodyPr anchorCtr="0" anchor="ctr" bIns="17150" lIns="34275" spcFirstLastPara="1" rIns="34275" wrap="square" tIns="1715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9pPr>
          </a:lstStyle>
          <a:p/>
        </p:txBody>
      </p:sp>
      <p:sp>
        <p:nvSpPr>
          <p:cNvPr id="62" name="Google Shape;62;p15"/>
          <p:cNvSpPr txBox="1"/>
          <p:nvPr>
            <p:ph idx="1" type="subTitle"/>
          </p:nvPr>
        </p:nvSpPr>
        <p:spPr>
          <a:xfrm>
            <a:off x="514350" y="1457325"/>
            <a:ext cx="2400300" cy="657225"/>
          </a:xfrm>
          <a:prstGeom prst="rect">
            <a:avLst/>
          </a:prstGeom>
          <a:noFill/>
          <a:ln>
            <a:noFill/>
          </a:ln>
        </p:spPr>
        <p:txBody>
          <a:bodyPr anchorCtr="0" anchor="t" bIns="17150" lIns="34275" spcFirstLastPara="1" rIns="34275" wrap="square" tIns="17150">
            <a:normAutofit/>
          </a:bodyPr>
          <a:lstStyle>
            <a:lvl1pPr lvl="0" algn="ctr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1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9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8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8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8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8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8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8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63" name="Google Shape;63;p15"/>
          <p:cNvSpPr txBox="1"/>
          <p:nvPr>
            <p:ph idx="10" type="dt"/>
          </p:nvPr>
        </p:nvSpPr>
        <p:spPr>
          <a:xfrm>
            <a:off x="171450" y="2383631"/>
            <a:ext cx="800100" cy="136922"/>
          </a:xfrm>
          <a:prstGeom prst="rect">
            <a:avLst/>
          </a:prstGeom>
          <a:noFill/>
          <a:ln>
            <a:noFill/>
          </a:ln>
        </p:spPr>
        <p:txBody>
          <a:bodyPr anchorCtr="0" anchor="ctr" bIns="17150" lIns="34275" spcFirstLastPara="1" rIns="34275" wrap="square" tIns="1715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9pPr>
          </a:lstStyle>
          <a:p/>
        </p:txBody>
      </p:sp>
      <p:sp>
        <p:nvSpPr>
          <p:cNvPr id="64" name="Google Shape;64;p15"/>
          <p:cNvSpPr txBox="1"/>
          <p:nvPr>
            <p:ph idx="11" type="ftr"/>
          </p:nvPr>
        </p:nvSpPr>
        <p:spPr>
          <a:xfrm>
            <a:off x="1171575" y="2383631"/>
            <a:ext cx="1085850" cy="136922"/>
          </a:xfrm>
          <a:prstGeom prst="rect">
            <a:avLst/>
          </a:prstGeom>
          <a:noFill/>
          <a:ln>
            <a:noFill/>
          </a:ln>
        </p:spPr>
        <p:txBody>
          <a:bodyPr anchorCtr="0" anchor="ctr" bIns="17150" lIns="34275" spcFirstLastPara="1" rIns="34275" wrap="square" tIns="1715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9pPr>
          </a:lstStyle>
          <a:p/>
        </p:txBody>
      </p:sp>
      <p:sp>
        <p:nvSpPr>
          <p:cNvPr id="65" name="Google Shape;65;p15"/>
          <p:cNvSpPr txBox="1"/>
          <p:nvPr>
            <p:ph idx="12" type="sldNum"/>
          </p:nvPr>
        </p:nvSpPr>
        <p:spPr>
          <a:xfrm>
            <a:off x="2457450" y="2383631"/>
            <a:ext cx="800100" cy="136922"/>
          </a:xfrm>
          <a:prstGeom prst="rect">
            <a:avLst/>
          </a:prstGeom>
          <a:noFill/>
          <a:ln>
            <a:noFill/>
          </a:ln>
        </p:spPr>
        <p:txBody>
          <a:bodyPr anchorCtr="0" anchor="ctr" bIns="17150" lIns="34275" spcFirstLastPara="1" rIns="34275" wrap="square" tIns="1715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6"/>
          <p:cNvSpPr txBox="1"/>
          <p:nvPr>
            <p:ph type="title"/>
          </p:nvPr>
        </p:nvSpPr>
        <p:spPr>
          <a:xfrm>
            <a:off x="171450" y="102989"/>
            <a:ext cx="3086100" cy="428625"/>
          </a:xfrm>
          <a:prstGeom prst="rect">
            <a:avLst/>
          </a:prstGeom>
          <a:noFill/>
          <a:ln>
            <a:noFill/>
          </a:ln>
        </p:spPr>
        <p:txBody>
          <a:bodyPr anchorCtr="0" anchor="ctr" bIns="17150" lIns="34275" spcFirstLastPara="1" rIns="34275" wrap="square" tIns="1715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9pPr>
          </a:lstStyle>
          <a:p/>
        </p:txBody>
      </p:sp>
      <p:sp>
        <p:nvSpPr>
          <p:cNvPr id="68" name="Google Shape;68;p16"/>
          <p:cNvSpPr txBox="1"/>
          <p:nvPr>
            <p:ph idx="1" type="body"/>
          </p:nvPr>
        </p:nvSpPr>
        <p:spPr>
          <a:xfrm>
            <a:off x="171450" y="600075"/>
            <a:ext cx="3086100" cy="1697236"/>
          </a:xfrm>
          <a:prstGeom prst="rect">
            <a:avLst/>
          </a:prstGeom>
          <a:noFill/>
          <a:ln>
            <a:noFill/>
          </a:ln>
        </p:spPr>
        <p:txBody>
          <a:bodyPr anchorCtr="0" anchor="t" bIns="17150" lIns="34275" spcFirstLastPara="1" rIns="34275" wrap="square" tIns="17150">
            <a:normAutofit/>
          </a:bodyPr>
          <a:lstStyle>
            <a:lvl1pPr indent="-273050" lvl="0" marL="4572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Char char="•"/>
              <a:defRPr/>
            </a:lvl1pPr>
            <a:lvl2pPr indent="-273050" lvl="1" marL="9144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Char char="–"/>
              <a:defRPr/>
            </a:lvl2pPr>
            <a:lvl3pPr indent="-273050" lvl="2" marL="13716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Char char="•"/>
              <a:defRPr/>
            </a:lvl3pPr>
            <a:lvl4pPr indent="-273050" lvl="3" marL="18288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Char char="–"/>
              <a:defRPr/>
            </a:lvl4pPr>
            <a:lvl5pPr indent="-273050" lvl="4" marL="22860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Char char="»"/>
              <a:defRPr/>
            </a:lvl5pPr>
            <a:lvl6pPr indent="-273050" lvl="5" marL="27432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Char char="•"/>
              <a:defRPr/>
            </a:lvl6pPr>
            <a:lvl7pPr indent="-273050" lvl="6" marL="32004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Char char="•"/>
              <a:defRPr/>
            </a:lvl7pPr>
            <a:lvl8pPr indent="-273050" lvl="7" marL="36576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Char char="•"/>
              <a:defRPr/>
            </a:lvl8pPr>
            <a:lvl9pPr indent="-273050" lvl="8" marL="41148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Char char="•"/>
              <a:defRPr/>
            </a:lvl9pPr>
          </a:lstStyle>
          <a:p/>
        </p:txBody>
      </p:sp>
      <p:sp>
        <p:nvSpPr>
          <p:cNvPr id="69" name="Google Shape;69;p16"/>
          <p:cNvSpPr txBox="1"/>
          <p:nvPr>
            <p:ph idx="10" type="dt"/>
          </p:nvPr>
        </p:nvSpPr>
        <p:spPr>
          <a:xfrm>
            <a:off x="171450" y="2383631"/>
            <a:ext cx="800100" cy="136922"/>
          </a:xfrm>
          <a:prstGeom prst="rect">
            <a:avLst/>
          </a:prstGeom>
          <a:noFill/>
          <a:ln>
            <a:noFill/>
          </a:ln>
        </p:spPr>
        <p:txBody>
          <a:bodyPr anchorCtr="0" anchor="ctr" bIns="17150" lIns="34275" spcFirstLastPara="1" rIns="34275" wrap="square" tIns="1715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9pPr>
          </a:lstStyle>
          <a:p/>
        </p:txBody>
      </p:sp>
      <p:sp>
        <p:nvSpPr>
          <p:cNvPr id="70" name="Google Shape;70;p16"/>
          <p:cNvSpPr txBox="1"/>
          <p:nvPr>
            <p:ph idx="11" type="ftr"/>
          </p:nvPr>
        </p:nvSpPr>
        <p:spPr>
          <a:xfrm>
            <a:off x="1171575" y="2383631"/>
            <a:ext cx="1085850" cy="136922"/>
          </a:xfrm>
          <a:prstGeom prst="rect">
            <a:avLst/>
          </a:prstGeom>
          <a:noFill/>
          <a:ln>
            <a:noFill/>
          </a:ln>
        </p:spPr>
        <p:txBody>
          <a:bodyPr anchorCtr="0" anchor="ctr" bIns="17150" lIns="34275" spcFirstLastPara="1" rIns="34275" wrap="square" tIns="1715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9pPr>
          </a:lstStyle>
          <a:p/>
        </p:txBody>
      </p:sp>
      <p:sp>
        <p:nvSpPr>
          <p:cNvPr id="71" name="Google Shape;71;p16"/>
          <p:cNvSpPr txBox="1"/>
          <p:nvPr>
            <p:ph idx="12" type="sldNum"/>
          </p:nvPr>
        </p:nvSpPr>
        <p:spPr>
          <a:xfrm>
            <a:off x="2457450" y="2383631"/>
            <a:ext cx="800100" cy="136922"/>
          </a:xfrm>
          <a:prstGeom prst="rect">
            <a:avLst/>
          </a:prstGeom>
          <a:noFill/>
          <a:ln>
            <a:noFill/>
          </a:ln>
        </p:spPr>
        <p:txBody>
          <a:bodyPr anchorCtr="0" anchor="ctr" bIns="17150" lIns="34275" spcFirstLastPara="1" rIns="34275" wrap="square" tIns="1715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7"/>
          <p:cNvSpPr txBox="1"/>
          <p:nvPr>
            <p:ph type="title"/>
          </p:nvPr>
        </p:nvSpPr>
        <p:spPr>
          <a:xfrm>
            <a:off x="270867" y="1652588"/>
            <a:ext cx="2914650" cy="510778"/>
          </a:xfrm>
          <a:prstGeom prst="rect">
            <a:avLst/>
          </a:prstGeom>
          <a:noFill/>
          <a:ln>
            <a:noFill/>
          </a:ln>
        </p:spPr>
        <p:txBody>
          <a:bodyPr anchorCtr="0" anchor="t" bIns="17150" lIns="34275" spcFirstLastPara="1" rIns="34275" wrap="square" tIns="1715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alibri"/>
              <a:buNone/>
              <a:defRPr b="1" sz="1500" cap="none"/>
            </a:lvl1pPr>
            <a:lvl2pPr lvl="1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9pPr>
          </a:lstStyle>
          <a:p/>
        </p:txBody>
      </p:sp>
      <p:sp>
        <p:nvSpPr>
          <p:cNvPr id="74" name="Google Shape;74;p17"/>
          <p:cNvSpPr txBox="1"/>
          <p:nvPr>
            <p:ph idx="1" type="body"/>
          </p:nvPr>
        </p:nvSpPr>
        <p:spPr>
          <a:xfrm>
            <a:off x="270867" y="1090017"/>
            <a:ext cx="2914650" cy="562570"/>
          </a:xfrm>
          <a:prstGeom prst="rect">
            <a:avLst/>
          </a:prstGeom>
          <a:noFill/>
          <a:ln>
            <a:noFill/>
          </a:ln>
        </p:spPr>
        <p:txBody>
          <a:bodyPr anchorCtr="0" anchor="b" bIns="17150" lIns="34275" spcFirstLastPara="1" rIns="34275" wrap="square" tIns="17150">
            <a:normAutofit/>
          </a:bodyPr>
          <a:lstStyle>
            <a:lvl1pPr indent="-228600" lvl="0" marL="457200" algn="l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800"/>
              <a:buNone/>
              <a:defRPr sz="8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100"/>
              </a:spcBef>
              <a:spcAft>
                <a:spcPts val="0"/>
              </a:spcAft>
              <a:buClr>
                <a:srgbClr val="888888"/>
              </a:buClr>
              <a:buSzPts val="700"/>
              <a:buNone/>
              <a:defRPr sz="7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100"/>
              </a:spcBef>
              <a:spcAft>
                <a:spcPts val="0"/>
              </a:spcAft>
              <a:buClr>
                <a:srgbClr val="888888"/>
              </a:buClr>
              <a:buSzPts val="600"/>
              <a:buNone/>
              <a:defRPr sz="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100"/>
              </a:spcBef>
              <a:spcAft>
                <a:spcPts val="0"/>
              </a:spcAft>
              <a:buClr>
                <a:srgbClr val="888888"/>
              </a:buClr>
              <a:buSzPts val="500"/>
              <a:buNone/>
              <a:defRPr sz="5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100"/>
              </a:spcBef>
              <a:spcAft>
                <a:spcPts val="0"/>
              </a:spcAft>
              <a:buClr>
                <a:srgbClr val="888888"/>
              </a:buClr>
              <a:buSzPts val="500"/>
              <a:buNone/>
              <a:defRPr sz="5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100"/>
              </a:spcBef>
              <a:spcAft>
                <a:spcPts val="0"/>
              </a:spcAft>
              <a:buClr>
                <a:srgbClr val="888888"/>
              </a:buClr>
              <a:buSzPts val="500"/>
              <a:buNone/>
              <a:defRPr sz="5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100"/>
              </a:spcBef>
              <a:spcAft>
                <a:spcPts val="0"/>
              </a:spcAft>
              <a:buClr>
                <a:srgbClr val="888888"/>
              </a:buClr>
              <a:buSzPts val="500"/>
              <a:buNone/>
              <a:defRPr sz="5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100"/>
              </a:spcBef>
              <a:spcAft>
                <a:spcPts val="0"/>
              </a:spcAft>
              <a:buClr>
                <a:srgbClr val="888888"/>
              </a:buClr>
              <a:buSzPts val="500"/>
              <a:buNone/>
              <a:defRPr sz="5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100"/>
              </a:spcBef>
              <a:spcAft>
                <a:spcPts val="0"/>
              </a:spcAft>
              <a:buClr>
                <a:srgbClr val="888888"/>
              </a:buClr>
              <a:buSzPts val="500"/>
              <a:buNone/>
              <a:defRPr sz="5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75" name="Google Shape;75;p17"/>
          <p:cNvSpPr txBox="1"/>
          <p:nvPr>
            <p:ph idx="10" type="dt"/>
          </p:nvPr>
        </p:nvSpPr>
        <p:spPr>
          <a:xfrm>
            <a:off x="171450" y="2383631"/>
            <a:ext cx="800100" cy="136922"/>
          </a:xfrm>
          <a:prstGeom prst="rect">
            <a:avLst/>
          </a:prstGeom>
          <a:noFill/>
          <a:ln>
            <a:noFill/>
          </a:ln>
        </p:spPr>
        <p:txBody>
          <a:bodyPr anchorCtr="0" anchor="ctr" bIns="17150" lIns="34275" spcFirstLastPara="1" rIns="34275" wrap="square" tIns="1715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9pPr>
          </a:lstStyle>
          <a:p/>
        </p:txBody>
      </p:sp>
      <p:sp>
        <p:nvSpPr>
          <p:cNvPr id="76" name="Google Shape;76;p17"/>
          <p:cNvSpPr txBox="1"/>
          <p:nvPr>
            <p:ph idx="11" type="ftr"/>
          </p:nvPr>
        </p:nvSpPr>
        <p:spPr>
          <a:xfrm>
            <a:off x="1171575" y="2383631"/>
            <a:ext cx="1085850" cy="136922"/>
          </a:xfrm>
          <a:prstGeom prst="rect">
            <a:avLst/>
          </a:prstGeom>
          <a:noFill/>
          <a:ln>
            <a:noFill/>
          </a:ln>
        </p:spPr>
        <p:txBody>
          <a:bodyPr anchorCtr="0" anchor="ctr" bIns="17150" lIns="34275" spcFirstLastPara="1" rIns="34275" wrap="square" tIns="1715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9pPr>
          </a:lstStyle>
          <a:p/>
        </p:txBody>
      </p:sp>
      <p:sp>
        <p:nvSpPr>
          <p:cNvPr id="77" name="Google Shape;77;p17"/>
          <p:cNvSpPr txBox="1"/>
          <p:nvPr>
            <p:ph idx="12" type="sldNum"/>
          </p:nvPr>
        </p:nvSpPr>
        <p:spPr>
          <a:xfrm>
            <a:off x="2457450" y="2383631"/>
            <a:ext cx="800100" cy="136922"/>
          </a:xfrm>
          <a:prstGeom prst="rect">
            <a:avLst/>
          </a:prstGeom>
          <a:noFill/>
          <a:ln>
            <a:noFill/>
          </a:ln>
        </p:spPr>
        <p:txBody>
          <a:bodyPr anchorCtr="0" anchor="ctr" bIns="17150" lIns="34275" spcFirstLastPara="1" rIns="34275" wrap="square" tIns="1715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8"/>
          <p:cNvSpPr txBox="1"/>
          <p:nvPr>
            <p:ph type="title"/>
          </p:nvPr>
        </p:nvSpPr>
        <p:spPr>
          <a:xfrm>
            <a:off x="171450" y="102989"/>
            <a:ext cx="3086100" cy="428625"/>
          </a:xfrm>
          <a:prstGeom prst="rect">
            <a:avLst/>
          </a:prstGeom>
          <a:noFill/>
          <a:ln>
            <a:noFill/>
          </a:ln>
        </p:spPr>
        <p:txBody>
          <a:bodyPr anchorCtr="0" anchor="ctr" bIns="17150" lIns="34275" spcFirstLastPara="1" rIns="34275" wrap="square" tIns="1715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9pPr>
          </a:lstStyle>
          <a:p/>
        </p:txBody>
      </p:sp>
      <p:sp>
        <p:nvSpPr>
          <p:cNvPr id="80" name="Google Shape;80;p18"/>
          <p:cNvSpPr txBox="1"/>
          <p:nvPr>
            <p:ph idx="1" type="body"/>
          </p:nvPr>
        </p:nvSpPr>
        <p:spPr>
          <a:xfrm>
            <a:off x="171450" y="600075"/>
            <a:ext cx="1514475" cy="1697236"/>
          </a:xfrm>
          <a:prstGeom prst="rect">
            <a:avLst/>
          </a:prstGeom>
          <a:noFill/>
          <a:ln>
            <a:noFill/>
          </a:ln>
        </p:spPr>
        <p:txBody>
          <a:bodyPr anchorCtr="0" anchor="t" bIns="17150" lIns="34275" spcFirstLastPara="1" rIns="34275" wrap="square" tIns="17150">
            <a:normAutofit/>
          </a:bodyPr>
          <a:lstStyle>
            <a:lvl1pPr indent="-298450" lvl="0" marL="457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Char char="•"/>
              <a:defRPr sz="1100"/>
            </a:lvl1pPr>
            <a:lvl2pPr indent="-285750" lvl="1" marL="914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–"/>
              <a:defRPr sz="900"/>
            </a:lvl2pPr>
            <a:lvl3pPr indent="-2794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3pPr>
            <a:lvl4pPr indent="-273050" lvl="3" marL="18288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Char char="–"/>
              <a:defRPr sz="700"/>
            </a:lvl4pPr>
            <a:lvl5pPr indent="-273050" lvl="4" marL="22860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Char char="»"/>
              <a:defRPr sz="700"/>
            </a:lvl5pPr>
            <a:lvl6pPr indent="-273050" lvl="5" marL="27432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Char char="•"/>
              <a:defRPr sz="700"/>
            </a:lvl6pPr>
            <a:lvl7pPr indent="-273050" lvl="6" marL="32004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Char char="•"/>
              <a:defRPr sz="700"/>
            </a:lvl7pPr>
            <a:lvl8pPr indent="-273050" lvl="7" marL="36576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Char char="•"/>
              <a:defRPr sz="700"/>
            </a:lvl8pPr>
            <a:lvl9pPr indent="-273050" lvl="8" marL="41148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Char char="•"/>
              <a:defRPr sz="700"/>
            </a:lvl9pPr>
          </a:lstStyle>
          <a:p/>
        </p:txBody>
      </p:sp>
      <p:sp>
        <p:nvSpPr>
          <p:cNvPr id="81" name="Google Shape;81;p18"/>
          <p:cNvSpPr txBox="1"/>
          <p:nvPr>
            <p:ph idx="2" type="body"/>
          </p:nvPr>
        </p:nvSpPr>
        <p:spPr>
          <a:xfrm>
            <a:off x="1743075" y="600075"/>
            <a:ext cx="1514475" cy="1697236"/>
          </a:xfrm>
          <a:prstGeom prst="rect">
            <a:avLst/>
          </a:prstGeom>
          <a:noFill/>
          <a:ln>
            <a:noFill/>
          </a:ln>
        </p:spPr>
        <p:txBody>
          <a:bodyPr anchorCtr="0" anchor="t" bIns="17150" lIns="34275" spcFirstLastPara="1" rIns="34275" wrap="square" tIns="17150">
            <a:normAutofit/>
          </a:bodyPr>
          <a:lstStyle>
            <a:lvl1pPr indent="-298450" lvl="0" marL="457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Char char="•"/>
              <a:defRPr sz="1100"/>
            </a:lvl1pPr>
            <a:lvl2pPr indent="-285750" lvl="1" marL="914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–"/>
              <a:defRPr sz="900"/>
            </a:lvl2pPr>
            <a:lvl3pPr indent="-2794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3pPr>
            <a:lvl4pPr indent="-273050" lvl="3" marL="18288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Char char="–"/>
              <a:defRPr sz="700"/>
            </a:lvl4pPr>
            <a:lvl5pPr indent="-273050" lvl="4" marL="22860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Char char="»"/>
              <a:defRPr sz="700"/>
            </a:lvl5pPr>
            <a:lvl6pPr indent="-273050" lvl="5" marL="27432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Char char="•"/>
              <a:defRPr sz="700"/>
            </a:lvl6pPr>
            <a:lvl7pPr indent="-273050" lvl="6" marL="32004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Char char="•"/>
              <a:defRPr sz="700"/>
            </a:lvl7pPr>
            <a:lvl8pPr indent="-273050" lvl="7" marL="36576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Char char="•"/>
              <a:defRPr sz="700"/>
            </a:lvl8pPr>
            <a:lvl9pPr indent="-273050" lvl="8" marL="41148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Char char="•"/>
              <a:defRPr sz="700"/>
            </a:lvl9pPr>
          </a:lstStyle>
          <a:p/>
        </p:txBody>
      </p:sp>
      <p:sp>
        <p:nvSpPr>
          <p:cNvPr id="82" name="Google Shape;82;p18"/>
          <p:cNvSpPr txBox="1"/>
          <p:nvPr>
            <p:ph idx="10" type="dt"/>
          </p:nvPr>
        </p:nvSpPr>
        <p:spPr>
          <a:xfrm>
            <a:off x="171450" y="2383631"/>
            <a:ext cx="800100" cy="136922"/>
          </a:xfrm>
          <a:prstGeom prst="rect">
            <a:avLst/>
          </a:prstGeom>
          <a:noFill/>
          <a:ln>
            <a:noFill/>
          </a:ln>
        </p:spPr>
        <p:txBody>
          <a:bodyPr anchorCtr="0" anchor="ctr" bIns="17150" lIns="34275" spcFirstLastPara="1" rIns="34275" wrap="square" tIns="1715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9pPr>
          </a:lstStyle>
          <a:p/>
        </p:txBody>
      </p:sp>
      <p:sp>
        <p:nvSpPr>
          <p:cNvPr id="83" name="Google Shape;83;p18"/>
          <p:cNvSpPr txBox="1"/>
          <p:nvPr>
            <p:ph idx="11" type="ftr"/>
          </p:nvPr>
        </p:nvSpPr>
        <p:spPr>
          <a:xfrm>
            <a:off x="1171575" y="2383631"/>
            <a:ext cx="1085850" cy="136922"/>
          </a:xfrm>
          <a:prstGeom prst="rect">
            <a:avLst/>
          </a:prstGeom>
          <a:noFill/>
          <a:ln>
            <a:noFill/>
          </a:ln>
        </p:spPr>
        <p:txBody>
          <a:bodyPr anchorCtr="0" anchor="ctr" bIns="17150" lIns="34275" spcFirstLastPara="1" rIns="34275" wrap="square" tIns="1715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9pPr>
          </a:lstStyle>
          <a:p/>
        </p:txBody>
      </p:sp>
      <p:sp>
        <p:nvSpPr>
          <p:cNvPr id="84" name="Google Shape;84;p18"/>
          <p:cNvSpPr txBox="1"/>
          <p:nvPr>
            <p:ph idx="12" type="sldNum"/>
          </p:nvPr>
        </p:nvSpPr>
        <p:spPr>
          <a:xfrm>
            <a:off x="2457450" y="2383631"/>
            <a:ext cx="800100" cy="136922"/>
          </a:xfrm>
          <a:prstGeom prst="rect">
            <a:avLst/>
          </a:prstGeom>
          <a:noFill/>
          <a:ln>
            <a:noFill/>
          </a:ln>
        </p:spPr>
        <p:txBody>
          <a:bodyPr anchorCtr="0" anchor="ctr" bIns="17150" lIns="34275" spcFirstLastPara="1" rIns="34275" wrap="square" tIns="1715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9"/>
          <p:cNvSpPr txBox="1"/>
          <p:nvPr>
            <p:ph type="title"/>
          </p:nvPr>
        </p:nvSpPr>
        <p:spPr>
          <a:xfrm>
            <a:off x="171450" y="102989"/>
            <a:ext cx="3086100" cy="428625"/>
          </a:xfrm>
          <a:prstGeom prst="rect">
            <a:avLst/>
          </a:prstGeom>
          <a:noFill/>
          <a:ln>
            <a:noFill/>
          </a:ln>
        </p:spPr>
        <p:txBody>
          <a:bodyPr anchorCtr="0" anchor="ctr" bIns="17150" lIns="34275" spcFirstLastPara="1" rIns="34275" wrap="square" tIns="1715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9pPr>
          </a:lstStyle>
          <a:p/>
        </p:txBody>
      </p:sp>
      <p:sp>
        <p:nvSpPr>
          <p:cNvPr id="87" name="Google Shape;87;p19"/>
          <p:cNvSpPr txBox="1"/>
          <p:nvPr>
            <p:ph idx="1" type="body"/>
          </p:nvPr>
        </p:nvSpPr>
        <p:spPr>
          <a:xfrm>
            <a:off x="171450" y="575667"/>
            <a:ext cx="1515070" cy="239911"/>
          </a:xfrm>
          <a:prstGeom prst="rect">
            <a:avLst/>
          </a:prstGeom>
          <a:noFill/>
          <a:ln>
            <a:noFill/>
          </a:ln>
        </p:spPr>
        <p:txBody>
          <a:bodyPr anchorCtr="0" anchor="b" bIns="17150" lIns="34275" spcFirstLastPara="1" rIns="34275" wrap="square" tIns="17150">
            <a:normAutofit/>
          </a:bodyPr>
          <a:lstStyle>
            <a:lvl1pPr indent="-228600" lvl="0" marL="457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b="1" sz="900"/>
            </a:lvl1pPr>
            <a:lvl2pPr indent="-228600" lvl="1" marL="914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b="1" sz="800"/>
            </a:lvl2pPr>
            <a:lvl3pPr indent="-228600" lvl="2" marL="13716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b="1" sz="700"/>
            </a:lvl3pPr>
            <a:lvl4pPr indent="-228600" lvl="3" marL="18288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600"/>
              <a:buNone/>
              <a:defRPr b="1" sz="600"/>
            </a:lvl4pPr>
            <a:lvl5pPr indent="-228600" lvl="4" marL="22860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600"/>
              <a:buNone/>
              <a:defRPr b="1" sz="600"/>
            </a:lvl5pPr>
            <a:lvl6pPr indent="-228600" lvl="5" marL="27432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600"/>
              <a:buNone/>
              <a:defRPr b="1" sz="600"/>
            </a:lvl6pPr>
            <a:lvl7pPr indent="-228600" lvl="6" marL="32004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600"/>
              <a:buNone/>
              <a:defRPr b="1" sz="600"/>
            </a:lvl7pPr>
            <a:lvl8pPr indent="-228600" lvl="7" marL="36576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600"/>
              <a:buNone/>
              <a:defRPr b="1" sz="600"/>
            </a:lvl8pPr>
            <a:lvl9pPr indent="-228600" lvl="8" marL="41148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600"/>
              <a:buNone/>
              <a:defRPr b="1" sz="600"/>
            </a:lvl9pPr>
          </a:lstStyle>
          <a:p/>
        </p:txBody>
      </p:sp>
      <p:sp>
        <p:nvSpPr>
          <p:cNvPr id="88" name="Google Shape;88;p19"/>
          <p:cNvSpPr txBox="1"/>
          <p:nvPr>
            <p:ph idx="2" type="body"/>
          </p:nvPr>
        </p:nvSpPr>
        <p:spPr>
          <a:xfrm>
            <a:off x="171450" y="815578"/>
            <a:ext cx="1515070" cy="1481733"/>
          </a:xfrm>
          <a:prstGeom prst="rect">
            <a:avLst/>
          </a:prstGeom>
          <a:noFill/>
          <a:ln>
            <a:noFill/>
          </a:ln>
        </p:spPr>
        <p:txBody>
          <a:bodyPr anchorCtr="0" anchor="t" bIns="17150" lIns="34275" spcFirstLastPara="1" rIns="34275" wrap="square" tIns="17150">
            <a:normAutofit/>
          </a:bodyPr>
          <a:lstStyle>
            <a:lvl1pPr indent="-285750" lvl="0" marL="457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 sz="900"/>
            </a:lvl1pPr>
            <a:lvl2pPr indent="-279400" lvl="1" marL="914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Char char="–"/>
              <a:defRPr sz="800"/>
            </a:lvl2pPr>
            <a:lvl3pPr indent="-273050" lvl="2" marL="13716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Char char="•"/>
              <a:defRPr sz="700"/>
            </a:lvl3pPr>
            <a:lvl4pPr indent="-266700" lvl="3" marL="18288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600"/>
              <a:buChar char="–"/>
              <a:defRPr sz="600"/>
            </a:lvl4pPr>
            <a:lvl5pPr indent="-266700" lvl="4" marL="22860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600"/>
              <a:buChar char="»"/>
              <a:defRPr sz="600"/>
            </a:lvl5pPr>
            <a:lvl6pPr indent="-266700" lvl="5" marL="27432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600"/>
              <a:buChar char="•"/>
              <a:defRPr sz="600"/>
            </a:lvl6pPr>
            <a:lvl7pPr indent="-266700" lvl="6" marL="32004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600"/>
              <a:buChar char="•"/>
              <a:defRPr sz="600"/>
            </a:lvl7pPr>
            <a:lvl8pPr indent="-266700" lvl="7" marL="36576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600"/>
              <a:buChar char="•"/>
              <a:defRPr sz="600"/>
            </a:lvl8pPr>
            <a:lvl9pPr indent="-266700" lvl="8" marL="41148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600"/>
              <a:buChar char="•"/>
              <a:defRPr sz="600"/>
            </a:lvl9pPr>
          </a:lstStyle>
          <a:p/>
        </p:txBody>
      </p:sp>
      <p:sp>
        <p:nvSpPr>
          <p:cNvPr id="89" name="Google Shape;89;p19"/>
          <p:cNvSpPr txBox="1"/>
          <p:nvPr>
            <p:ph idx="3" type="body"/>
          </p:nvPr>
        </p:nvSpPr>
        <p:spPr>
          <a:xfrm>
            <a:off x="1741884" y="575667"/>
            <a:ext cx="1515666" cy="239911"/>
          </a:xfrm>
          <a:prstGeom prst="rect">
            <a:avLst/>
          </a:prstGeom>
          <a:noFill/>
          <a:ln>
            <a:noFill/>
          </a:ln>
        </p:spPr>
        <p:txBody>
          <a:bodyPr anchorCtr="0" anchor="b" bIns="17150" lIns="34275" spcFirstLastPara="1" rIns="34275" wrap="square" tIns="17150">
            <a:normAutofit/>
          </a:bodyPr>
          <a:lstStyle>
            <a:lvl1pPr indent="-228600" lvl="0" marL="457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b="1" sz="900"/>
            </a:lvl1pPr>
            <a:lvl2pPr indent="-228600" lvl="1" marL="914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b="1" sz="800"/>
            </a:lvl2pPr>
            <a:lvl3pPr indent="-228600" lvl="2" marL="13716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b="1" sz="700"/>
            </a:lvl3pPr>
            <a:lvl4pPr indent="-228600" lvl="3" marL="18288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600"/>
              <a:buNone/>
              <a:defRPr b="1" sz="600"/>
            </a:lvl4pPr>
            <a:lvl5pPr indent="-228600" lvl="4" marL="22860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600"/>
              <a:buNone/>
              <a:defRPr b="1" sz="600"/>
            </a:lvl5pPr>
            <a:lvl6pPr indent="-228600" lvl="5" marL="27432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600"/>
              <a:buNone/>
              <a:defRPr b="1" sz="600"/>
            </a:lvl6pPr>
            <a:lvl7pPr indent="-228600" lvl="6" marL="32004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600"/>
              <a:buNone/>
              <a:defRPr b="1" sz="600"/>
            </a:lvl7pPr>
            <a:lvl8pPr indent="-228600" lvl="7" marL="36576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600"/>
              <a:buNone/>
              <a:defRPr b="1" sz="600"/>
            </a:lvl8pPr>
            <a:lvl9pPr indent="-228600" lvl="8" marL="41148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600"/>
              <a:buNone/>
              <a:defRPr b="1" sz="600"/>
            </a:lvl9pPr>
          </a:lstStyle>
          <a:p/>
        </p:txBody>
      </p:sp>
      <p:sp>
        <p:nvSpPr>
          <p:cNvPr id="90" name="Google Shape;90;p19"/>
          <p:cNvSpPr txBox="1"/>
          <p:nvPr>
            <p:ph idx="4" type="body"/>
          </p:nvPr>
        </p:nvSpPr>
        <p:spPr>
          <a:xfrm>
            <a:off x="1741884" y="815578"/>
            <a:ext cx="1515666" cy="1481733"/>
          </a:xfrm>
          <a:prstGeom prst="rect">
            <a:avLst/>
          </a:prstGeom>
          <a:noFill/>
          <a:ln>
            <a:noFill/>
          </a:ln>
        </p:spPr>
        <p:txBody>
          <a:bodyPr anchorCtr="0" anchor="t" bIns="17150" lIns="34275" spcFirstLastPara="1" rIns="34275" wrap="square" tIns="17150">
            <a:normAutofit/>
          </a:bodyPr>
          <a:lstStyle>
            <a:lvl1pPr indent="-285750" lvl="0" marL="457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 sz="900"/>
            </a:lvl1pPr>
            <a:lvl2pPr indent="-279400" lvl="1" marL="914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Char char="–"/>
              <a:defRPr sz="800"/>
            </a:lvl2pPr>
            <a:lvl3pPr indent="-273050" lvl="2" marL="13716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Char char="•"/>
              <a:defRPr sz="700"/>
            </a:lvl3pPr>
            <a:lvl4pPr indent="-266700" lvl="3" marL="18288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600"/>
              <a:buChar char="–"/>
              <a:defRPr sz="600"/>
            </a:lvl4pPr>
            <a:lvl5pPr indent="-266700" lvl="4" marL="22860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600"/>
              <a:buChar char="»"/>
              <a:defRPr sz="600"/>
            </a:lvl5pPr>
            <a:lvl6pPr indent="-266700" lvl="5" marL="27432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600"/>
              <a:buChar char="•"/>
              <a:defRPr sz="600"/>
            </a:lvl6pPr>
            <a:lvl7pPr indent="-266700" lvl="6" marL="32004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600"/>
              <a:buChar char="•"/>
              <a:defRPr sz="600"/>
            </a:lvl7pPr>
            <a:lvl8pPr indent="-266700" lvl="7" marL="36576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600"/>
              <a:buChar char="•"/>
              <a:defRPr sz="600"/>
            </a:lvl8pPr>
            <a:lvl9pPr indent="-266700" lvl="8" marL="41148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600"/>
              <a:buChar char="•"/>
              <a:defRPr sz="600"/>
            </a:lvl9pPr>
          </a:lstStyle>
          <a:p/>
        </p:txBody>
      </p:sp>
      <p:sp>
        <p:nvSpPr>
          <p:cNvPr id="91" name="Google Shape;91;p19"/>
          <p:cNvSpPr txBox="1"/>
          <p:nvPr>
            <p:ph idx="10" type="dt"/>
          </p:nvPr>
        </p:nvSpPr>
        <p:spPr>
          <a:xfrm>
            <a:off x="171450" y="2383631"/>
            <a:ext cx="800100" cy="136922"/>
          </a:xfrm>
          <a:prstGeom prst="rect">
            <a:avLst/>
          </a:prstGeom>
          <a:noFill/>
          <a:ln>
            <a:noFill/>
          </a:ln>
        </p:spPr>
        <p:txBody>
          <a:bodyPr anchorCtr="0" anchor="ctr" bIns="17150" lIns="34275" spcFirstLastPara="1" rIns="34275" wrap="square" tIns="1715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9pPr>
          </a:lstStyle>
          <a:p/>
        </p:txBody>
      </p:sp>
      <p:sp>
        <p:nvSpPr>
          <p:cNvPr id="92" name="Google Shape;92;p19"/>
          <p:cNvSpPr txBox="1"/>
          <p:nvPr>
            <p:ph idx="11" type="ftr"/>
          </p:nvPr>
        </p:nvSpPr>
        <p:spPr>
          <a:xfrm>
            <a:off x="1171575" y="2383631"/>
            <a:ext cx="1085850" cy="136922"/>
          </a:xfrm>
          <a:prstGeom prst="rect">
            <a:avLst/>
          </a:prstGeom>
          <a:noFill/>
          <a:ln>
            <a:noFill/>
          </a:ln>
        </p:spPr>
        <p:txBody>
          <a:bodyPr anchorCtr="0" anchor="ctr" bIns="17150" lIns="34275" spcFirstLastPara="1" rIns="34275" wrap="square" tIns="1715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9pPr>
          </a:lstStyle>
          <a:p/>
        </p:txBody>
      </p:sp>
      <p:sp>
        <p:nvSpPr>
          <p:cNvPr id="93" name="Google Shape;93;p19"/>
          <p:cNvSpPr txBox="1"/>
          <p:nvPr>
            <p:ph idx="12" type="sldNum"/>
          </p:nvPr>
        </p:nvSpPr>
        <p:spPr>
          <a:xfrm>
            <a:off x="2457450" y="2383631"/>
            <a:ext cx="800100" cy="136922"/>
          </a:xfrm>
          <a:prstGeom prst="rect">
            <a:avLst/>
          </a:prstGeom>
          <a:noFill/>
          <a:ln>
            <a:noFill/>
          </a:ln>
        </p:spPr>
        <p:txBody>
          <a:bodyPr anchorCtr="0" anchor="ctr" bIns="17150" lIns="34275" spcFirstLastPara="1" rIns="34275" wrap="square" tIns="1715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0"/>
          <p:cNvSpPr txBox="1"/>
          <p:nvPr>
            <p:ph type="title"/>
          </p:nvPr>
        </p:nvSpPr>
        <p:spPr>
          <a:xfrm>
            <a:off x="171450" y="102989"/>
            <a:ext cx="3086100" cy="428625"/>
          </a:xfrm>
          <a:prstGeom prst="rect">
            <a:avLst/>
          </a:prstGeom>
          <a:noFill/>
          <a:ln>
            <a:noFill/>
          </a:ln>
        </p:spPr>
        <p:txBody>
          <a:bodyPr anchorCtr="0" anchor="ctr" bIns="17150" lIns="34275" spcFirstLastPara="1" rIns="34275" wrap="square" tIns="1715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9pPr>
          </a:lstStyle>
          <a:p/>
        </p:txBody>
      </p:sp>
      <p:sp>
        <p:nvSpPr>
          <p:cNvPr id="96" name="Google Shape;96;p20"/>
          <p:cNvSpPr txBox="1"/>
          <p:nvPr>
            <p:ph idx="10" type="dt"/>
          </p:nvPr>
        </p:nvSpPr>
        <p:spPr>
          <a:xfrm>
            <a:off x="171450" y="2383631"/>
            <a:ext cx="800100" cy="136922"/>
          </a:xfrm>
          <a:prstGeom prst="rect">
            <a:avLst/>
          </a:prstGeom>
          <a:noFill/>
          <a:ln>
            <a:noFill/>
          </a:ln>
        </p:spPr>
        <p:txBody>
          <a:bodyPr anchorCtr="0" anchor="ctr" bIns="17150" lIns="34275" spcFirstLastPara="1" rIns="34275" wrap="square" tIns="1715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9pPr>
          </a:lstStyle>
          <a:p/>
        </p:txBody>
      </p:sp>
      <p:sp>
        <p:nvSpPr>
          <p:cNvPr id="97" name="Google Shape;97;p20"/>
          <p:cNvSpPr txBox="1"/>
          <p:nvPr>
            <p:ph idx="11" type="ftr"/>
          </p:nvPr>
        </p:nvSpPr>
        <p:spPr>
          <a:xfrm>
            <a:off x="1171575" y="2383631"/>
            <a:ext cx="1085850" cy="136922"/>
          </a:xfrm>
          <a:prstGeom prst="rect">
            <a:avLst/>
          </a:prstGeom>
          <a:noFill/>
          <a:ln>
            <a:noFill/>
          </a:ln>
        </p:spPr>
        <p:txBody>
          <a:bodyPr anchorCtr="0" anchor="ctr" bIns="17150" lIns="34275" spcFirstLastPara="1" rIns="34275" wrap="square" tIns="1715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9pPr>
          </a:lstStyle>
          <a:p/>
        </p:txBody>
      </p:sp>
      <p:sp>
        <p:nvSpPr>
          <p:cNvPr id="98" name="Google Shape;98;p20"/>
          <p:cNvSpPr txBox="1"/>
          <p:nvPr>
            <p:ph idx="12" type="sldNum"/>
          </p:nvPr>
        </p:nvSpPr>
        <p:spPr>
          <a:xfrm>
            <a:off x="2457450" y="2383631"/>
            <a:ext cx="800100" cy="136922"/>
          </a:xfrm>
          <a:prstGeom prst="rect">
            <a:avLst/>
          </a:prstGeom>
          <a:noFill/>
          <a:ln>
            <a:noFill/>
          </a:ln>
        </p:spPr>
        <p:txBody>
          <a:bodyPr anchorCtr="0" anchor="ctr" bIns="17150" lIns="34275" spcFirstLastPara="1" rIns="34275" wrap="square" tIns="1715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21"/>
          <p:cNvSpPr txBox="1"/>
          <p:nvPr>
            <p:ph type="title"/>
          </p:nvPr>
        </p:nvSpPr>
        <p:spPr>
          <a:xfrm>
            <a:off x="171450" y="102394"/>
            <a:ext cx="1128117" cy="435769"/>
          </a:xfrm>
          <a:prstGeom prst="rect">
            <a:avLst/>
          </a:prstGeom>
          <a:noFill/>
          <a:ln>
            <a:noFill/>
          </a:ln>
        </p:spPr>
        <p:txBody>
          <a:bodyPr anchorCtr="0" anchor="b" bIns="17150" lIns="34275" spcFirstLastPara="1" rIns="34275" wrap="square" tIns="1715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Calibri"/>
              <a:buNone/>
              <a:defRPr b="1" sz="800"/>
            </a:lvl1pPr>
            <a:lvl2pPr lvl="1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9pPr>
          </a:lstStyle>
          <a:p/>
        </p:txBody>
      </p:sp>
      <p:sp>
        <p:nvSpPr>
          <p:cNvPr id="101" name="Google Shape;101;p21"/>
          <p:cNvSpPr txBox="1"/>
          <p:nvPr>
            <p:ph idx="1" type="body"/>
          </p:nvPr>
        </p:nvSpPr>
        <p:spPr>
          <a:xfrm>
            <a:off x="1340644" y="102394"/>
            <a:ext cx="1916906" cy="2194917"/>
          </a:xfrm>
          <a:prstGeom prst="rect">
            <a:avLst/>
          </a:prstGeom>
          <a:noFill/>
          <a:ln>
            <a:noFill/>
          </a:ln>
        </p:spPr>
        <p:txBody>
          <a:bodyPr anchorCtr="0" anchor="t" bIns="17150" lIns="34275" spcFirstLastPara="1" rIns="34275" wrap="square" tIns="17150">
            <a:normAutofit/>
          </a:bodyPr>
          <a:lstStyle>
            <a:lvl1pPr indent="-304800" lvl="0" marL="457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1pPr>
            <a:lvl2pPr indent="-298450" lvl="1" marL="914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Char char="–"/>
              <a:defRPr sz="1100"/>
            </a:lvl2pPr>
            <a:lvl3pPr indent="-28575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 sz="900"/>
            </a:lvl3pPr>
            <a:lvl4pPr indent="-279400" lvl="3" marL="1828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Char char="–"/>
              <a:defRPr sz="800"/>
            </a:lvl4pPr>
            <a:lvl5pPr indent="-279400" lvl="4" marL="22860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Char char="»"/>
              <a:defRPr sz="800"/>
            </a:lvl5pPr>
            <a:lvl6pPr indent="-279400" lvl="5" marL="2743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6pPr>
            <a:lvl7pPr indent="-279400" lvl="6" marL="3200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7pPr>
            <a:lvl8pPr indent="-279400" lvl="7" marL="3657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8pPr>
            <a:lvl9pPr indent="-279400" lvl="8" marL="411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9pPr>
          </a:lstStyle>
          <a:p/>
        </p:txBody>
      </p:sp>
      <p:sp>
        <p:nvSpPr>
          <p:cNvPr id="102" name="Google Shape;102;p21"/>
          <p:cNvSpPr txBox="1"/>
          <p:nvPr>
            <p:ph idx="2" type="body"/>
          </p:nvPr>
        </p:nvSpPr>
        <p:spPr>
          <a:xfrm>
            <a:off x="171450" y="538163"/>
            <a:ext cx="1128117" cy="1759149"/>
          </a:xfrm>
          <a:prstGeom prst="rect">
            <a:avLst/>
          </a:prstGeom>
          <a:noFill/>
          <a:ln>
            <a:noFill/>
          </a:ln>
        </p:spPr>
        <p:txBody>
          <a:bodyPr anchorCtr="0" anchor="t" bIns="17150" lIns="34275" spcFirstLastPara="1" rIns="34275" wrap="square" tIns="17150">
            <a:normAutofit/>
          </a:bodyPr>
          <a:lstStyle>
            <a:lvl1pPr indent="-228600" lvl="0" marL="4572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1pPr>
            <a:lvl2pPr indent="-228600" lvl="1" marL="9144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2pPr>
            <a:lvl3pPr indent="-228600" lvl="2" marL="13716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400"/>
              <a:buNone/>
              <a:defRPr sz="400"/>
            </a:lvl3pPr>
            <a:lvl4pPr indent="-228600" lvl="3" marL="18288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300"/>
              <a:buNone/>
              <a:defRPr sz="300"/>
            </a:lvl4pPr>
            <a:lvl5pPr indent="-228600" lvl="4" marL="22860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300"/>
              <a:buNone/>
              <a:defRPr sz="300"/>
            </a:lvl5pPr>
            <a:lvl6pPr indent="-228600" lvl="5" marL="27432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300"/>
              <a:buNone/>
              <a:defRPr sz="300"/>
            </a:lvl6pPr>
            <a:lvl7pPr indent="-228600" lvl="6" marL="32004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300"/>
              <a:buNone/>
              <a:defRPr sz="300"/>
            </a:lvl7pPr>
            <a:lvl8pPr indent="-228600" lvl="7" marL="36576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300"/>
              <a:buNone/>
              <a:defRPr sz="300"/>
            </a:lvl8pPr>
            <a:lvl9pPr indent="-228600" lvl="8" marL="41148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300"/>
              <a:buNone/>
              <a:defRPr sz="300"/>
            </a:lvl9pPr>
          </a:lstStyle>
          <a:p/>
        </p:txBody>
      </p:sp>
      <p:sp>
        <p:nvSpPr>
          <p:cNvPr id="103" name="Google Shape;103;p21"/>
          <p:cNvSpPr txBox="1"/>
          <p:nvPr>
            <p:ph idx="10" type="dt"/>
          </p:nvPr>
        </p:nvSpPr>
        <p:spPr>
          <a:xfrm>
            <a:off x="171450" y="2383631"/>
            <a:ext cx="800100" cy="136922"/>
          </a:xfrm>
          <a:prstGeom prst="rect">
            <a:avLst/>
          </a:prstGeom>
          <a:noFill/>
          <a:ln>
            <a:noFill/>
          </a:ln>
        </p:spPr>
        <p:txBody>
          <a:bodyPr anchorCtr="0" anchor="ctr" bIns="17150" lIns="34275" spcFirstLastPara="1" rIns="34275" wrap="square" tIns="1715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9pPr>
          </a:lstStyle>
          <a:p/>
        </p:txBody>
      </p:sp>
      <p:sp>
        <p:nvSpPr>
          <p:cNvPr id="104" name="Google Shape;104;p21"/>
          <p:cNvSpPr txBox="1"/>
          <p:nvPr>
            <p:ph idx="11" type="ftr"/>
          </p:nvPr>
        </p:nvSpPr>
        <p:spPr>
          <a:xfrm>
            <a:off x="1171575" y="2383631"/>
            <a:ext cx="1085850" cy="136922"/>
          </a:xfrm>
          <a:prstGeom prst="rect">
            <a:avLst/>
          </a:prstGeom>
          <a:noFill/>
          <a:ln>
            <a:noFill/>
          </a:ln>
        </p:spPr>
        <p:txBody>
          <a:bodyPr anchorCtr="0" anchor="ctr" bIns="17150" lIns="34275" spcFirstLastPara="1" rIns="34275" wrap="square" tIns="1715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9pPr>
          </a:lstStyle>
          <a:p/>
        </p:txBody>
      </p:sp>
      <p:sp>
        <p:nvSpPr>
          <p:cNvPr id="105" name="Google Shape;105;p21"/>
          <p:cNvSpPr txBox="1"/>
          <p:nvPr>
            <p:ph idx="12" type="sldNum"/>
          </p:nvPr>
        </p:nvSpPr>
        <p:spPr>
          <a:xfrm>
            <a:off x="2457450" y="2383631"/>
            <a:ext cx="800100" cy="136922"/>
          </a:xfrm>
          <a:prstGeom prst="rect">
            <a:avLst/>
          </a:prstGeom>
          <a:noFill/>
          <a:ln>
            <a:noFill/>
          </a:ln>
        </p:spPr>
        <p:txBody>
          <a:bodyPr anchorCtr="0" anchor="ctr" bIns="17150" lIns="34275" spcFirstLastPara="1" rIns="34275" wrap="square" tIns="1715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22"/>
          <p:cNvSpPr txBox="1"/>
          <p:nvPr>
            <p:ph type="title"/>
          </p:nvPr>
        </p:nvSpPr>
        <p:spPr>
          <a:xfrm>
            <a:off x="672108" y="1800225"/>
            <a:ext cx="2057400" cy="212527"/>
          </a:xfrm>
          <a:prstGeom prst="rect">
            <a:avLst/>
          </a:prstGeom>
          <a:noFill/>
          <a:ln>
            <a:noFill/>
          </a:ln>
        </p:spPr>
        <p:txBody>
          <a:bodyPr anchorCtr="0" anchor="b" bIns="17150" lIns="34275" spcFirstLastPara="1" rIns="34275" wrap="square" tIns="1715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Calibri"/>
              <a:buNone/>
              <a:defRPr b="1" sz="800"/>
            </a:lvl1pPr>
            <a:lvl2pPr lvl="1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9pPr>
          </a:lstStyle>
          <a:p/>
        </p:txBody>
      </p:sp>
      <p:sp>
        <p:nvSpPr>
          <p:cNvPr id="108" name="Google Shape;108;p22"/>
          <p:cNvSpPr/>
          <p:nvPr>
            <p:ph idx="2" type="pic"/>
          </p:nvPr>
        </p:nvSpPr>
        <p:spPr>
          <a:xfrm>
            <a:off x="672108" y="229791"/>
            <a:ext cx="2057400" cy="1543050"/>
          </a:xfrm>
          <a:prstGeom prst="rect">
            <a:avLst/>
          </a:prstGeom>
          <a:noFill/>
          <a:ln>
            <a:noFill/>
          </a:ln>
        </p:spPr>
      </p:sp>
      <p:sp>
        <p:nvSpPr>
          <p:cNvPr id="109" name="Google Shape;109;p22"/>
          <p:cNvSpPr txBox="1"/>
          <p:nvPr>
            <p:ph idx="1" type="body"/>
          </p:nvPr>
        </p:nvSpPr>
        <p:spPr>
          <a:xfrm>
            <a:off x="672108" y="2012752"/>
            <a:ext cx="2057400" cy="301823"/>
          </a:xfrm>
          <a:prstGeom prst="rect">
            <a:avLst/>
          </a:prstGeom>
          <a:noFill/>
          <a:ln>
            <a:noFill/>
          </a:ln>
        </p:spPr>
        <p:txBody>
          <a:bodyPr anchorCtr="0" anchor="t" bIns="17150" lIns="34275" spcFirstLastPara="1" rIns="34275" wrap="square" tIns="17150">
            <a:normAutofit/>
          </a:bodyPr>
          <a:lstStyle>
            <a:lvl1pPr indent="-228600" lvl="0" marL="4572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1pPr>
            <a:lvl2pPr indent="-228600" lvl="1" marL="9144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2pPr>
            <a:lvl3pPr indent="-228600" lvl="2" marL="13716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400"/>
              <a:buNone/>
              <a:defRPr sz="400"/>
            </a:lvl3pPr>
            <a:lvl4pPr indent="-228600" lvl="3" marL="18288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300"/>
              <a:buNone/>
              <a:defRPr sz="300"/>
            </a:lvl4pPr>
            <a:lvl5pPr indent="-228600" lvl="4" marL="22860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300"/>
              <a:buNone/>
              <a:defRPr sz="300"/>
            </a:lvl5pPr>
            <a:lvl6pPr indent="-228600" lvl="5" marL="27432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300"/>
              <a:buNone/>
              <a:defRPr sz="300"/>
            </a:lvl6pPr>
            <a:lvl7pPr indent="-228600" lvl="6" marL="32004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300"/>
              <a:buNone/>
              <a:defRPr sz="300"/>
            </a:lvl7pPr>
            <a:lvl8pPr indent="-228600" lvl="7" marL="36576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300"/>
              <a:buNone/>
              <a:defRPr sz="300"/>
            </a:lvl8pPr>
            <a:lvl9pPr indent="-228600" lvl="8" marL="41148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300"/>
              <a:buNone/>
              <a:defRPr sz="300"/>
            </a:lvl9pPr>
          </a:lstStyle>
          <a:p/>
        </p:txBody>
      </p:sp>
      <p:sp>
        <p:nvSpPr>
          <p:cNvPr id="110" name="Google Shape;110;p22"/>
          <p:cNvSpPr txBox="1"/>
          <p:nvPr>
            <p:ph idx="10" type="dt"/>
          </p:nvPr>
        </p:nvSpPr>
        <p:spPr>
          <a:xfrm>
            <a:off x="171450" y="2383631"/>
            <a:ext cx="800100" cy="136922"/>
          </a:xfrm>
          <a:prstGeom prst="rect">
            <a:avLst/>
          </a:prstGeom>
          <a:noFill/>
          <a:ln>
            <a:noFill/>
          </a:ln>
        </p:spPr>
        <p:txBody>
          <a:bodyPr anchorCtr="0" anchor="ctr" bIns="17150" lIns="34275" spcFirstLastPara="1" rIns="34275" wrap="square" tIns="1715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9pPr>
          </a:lstStyle>
          <a:p/>
        </p:txBody>
      </p:sp>
      <p:sp>
        <p:nvSpPr>
          <p:cNvPr id="111" name="Google Shape;111;p22"/>
          <p:cNvSpPr txBox="1"/>
          <p:nvPr>
            <p:ph idx="11" type="ftr"/>
          </p:nvPr>
        </p:nvSpPr>
        <p:spPr>
          <a:xfrm>
            <a:off x="1171575" y="2383631"/>
            <a:ext cx="1085850" cy="136922"/>
          </a:xfrm>
          <a:prstGeom prst="rect">
            <a:avLst/>
          </a:prstGeom>
          <a:noFill/>
          <a:ln>
            <a:noFill/>
          </a:ln>
        </p:spPr>
        <p:txBody>
          <a:bodyPr anchorCtr="0" anchor="ctr" bIns="17150" lIns="34275" spcFirstLastPara="1" rIns="34275" wrap="square" tIns="1715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9pPr>
          </a:lstStyle>
          <a:p/>
        </p:txBody>
      </p:sp>
      <p:sp>
        <p:nvSpPr>
          <p:cNvPr id="112" name="Google Shape;112;p22"/>
          <p:cNvSpPr txBox="1"/>
          <p:nvPr>
            <p:ph idx="12" type="sldNum"/>
          </p:nvPr>
        </p:nvSpPr>
        <p:spPr>
          <a:xfrm>
            <a:off x="2457450" y="2383631"/>
            <a:ext cx="800100" cy="136922"/>
          </a:xfrm>
          <a:prstGeom prst="rect">
            <a:avLst/>
          </a:prstGeom>
          <a:noFill/>
          <a:ln>
            <a:noFill/>
          </a:ln>
        </p:spPr>
        <p:txBody>
          <a:bodyPr anchorCtr="0" anchor="ctr" bIns="17150" lIns="34275" spcFirstLastPara="1" rIns="34275" wrap="square" tIns="1715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3"/>
          <p:cNvSpPr txBox="1"/>
          <p:nvPr>
            <p:ph type="title"/>
          </p:nvPr>
        </p:nvSpPr>
        <p:spPr>
          <a:xfrm>
            <a:off x="171450" y="102989"/>
            <a:ext cx="3086100" cy="428625"/>
          </a:xfrm>
          <a:prstGeom prst="rect">
            <a:avLst/>
          </a:prstGeom>
          <a:noFill/>
          <a:ln>
            <a:noFill/>
          </a:ln>
        </p:spPr>
        <p:txBody>
          <a:bodyPr anchorCtr="0" anchor="ctr" bIns="17150" lIns="34275" spcFirstLastPara="1" rIns="34275" wrap="square" tIns="1715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9pPr>
          </a:lstStyle>
          <a:p/>
        </p:txBody>
      </p:sp>
      <p:sp>
        <p:nvSpPr>
          <p:cNvPr id="115" name="Google Shape;115;p23"/>
          <p:cNvSpPr txBox="1"/>
          <p:nvPr>
            <p:ph idx="1" type="body"/>
          </p:nvPr>
        </p:nvSpPr>
        <p:spPr>
          <a:xfrm rot="5400000">
            <a:off x="865882" y="-94357"/>
            <a:ext cx="1697236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17150" lIns="34275" spcFirstLastPara="1" rIns="34275" wrap="square" tIns="17150">
            <a:normAutofit/>
          </a:bodyPr>
          <a:lstStyle>
            <a:lvl1pPr indent="-273050" lvl="0" marL="4572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Char char="•"/>
              <a:defRPr/>
            </a:lvl1pPr>
            <a:lvl2pPr indent="-273050" lvl="1" marL="9144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Char char="–"/>
              <a:defRPr/>
            </a:lvl2pPr>
            <a:lvl3pPr indent="-273050" lvl="2" marL="13716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Char char="•"/>
              <a:defRPr/>
            </a:lvl3pPr>
            <a:lvl4pPr indent="-273050" lvl="3" marL="18288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Char char="–"/>
              <a:defRPr/>
            </a:lvl4pPr>
            <a:lvl5pPr indent="-273050" lvl="4" marL="22860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Char char="»"/>
              <a:defRPr/>
            </a:lvl5pPr>
            <a:lvl6pPr indent="-273050" lvl="5" marL="27432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Char char="•"/>
              <a:defRPr/>
            </a:lvl6pPr>
            <a:lvl7pPr indent="-273050" lvl="6" marL="32004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Char char="•"/>
              <a:defRPr/>
            </a:lvl7pPr>
            <a:lvl8pPr indent="-273050" lvl="7" marL="36576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Char char="•"/>
              <a:defRPr/>
            </a:lvl8pPr>
            <a:lvl9pPr indent="-273050" lvl="8" marL="41148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Char char="•"/>
              <a:defRPr/>
            </a:lvl9pPr>
          </a:lstStyle>
          <a:p/>
        </p:txBody>
      </p:sp>
      <p:sp>
        <p:nvSpPr>
          <p:cNvPr id="116" name="Google Shape;116;p23"/>
          <p:cNvSpPr txBox="1"/>
          <p:nvPr>
            <p:ph idx="10" type="dt"/>
          </p:nvPr>
        </p:nvSpPr>
        <p:spPr>
          <a:xfrm>
            <a:off x="171450" y="2383631"/>
            <a:ext cx="800100" cy="136922"/>
          </a:xfrm>
          <a:prstGeom prst="rect">
            <a:avLst/>
          </a:prstGeom>
          <a:noFill/>
          <a:ln>
            <a:noFill/>
          </a:ln>
        </p:spPr>
        <p:txBody>
          <a:bodyPr anchorCtr="0" anchor="ctr" bIns="17150" lIns="34275" spcFirstLastPara="1" rIns="34275" wrap="square" tIns="1715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9pPr>
          </a:lstStyle>
          <a:p/>
        </p:txBody>
      </p:sp>
      <p:sp>
        <p:nvSpPr>
          <p:cNvPr id="117" name="Google Shape;117;p23"/>
          <p:cNvSpPr txBox="1"/>
          <p:nvPr>
            <p:ph idx="11" type="ftr"/>
          </p:nvPr>
        </p:nvSpPr>
        <p:spPr>
          <a:xfrm>
            <a:off x="1171575" y="2383631"/>
            <a:ext cx="1085850" cy="136922"/>
          </a:xfrm>
          <a:prstGeom prst="rect">
            <a:avLst/>
          </a:prstGeom>
          <a:noFill/>
          <a:ln>
            <a:noFill/>
          </a:ln>
        </p:spPr>
        <p:txBody>
          <a:bodyPr anchorCtr="0" anchor="ctr" bIns="17150" lIns="34275" spcFirstLastPara="1" rIns="34275" wrap="square" tIns="1715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9pPr>
          </a:lstStyle>
          <a:p/>
        </p:txBody>
      </p:sp>
      <p:sp>
        <p:nvSpPr>
          <p:cNvPr id="118" name="Google Shape;118;p23"/>
          <p:cNvSpPr txBox="1"/>
          <p:nvPr>
            <p:ph idx="12" type="sldNum"/>
          </p:nvPr>
        </p:nvSpPr>
        <p:spPr>
          <a:xfrm>
            <a:off x="2457450" y="2383631"/>
            <a:ext cx="800100" cy="136922"/>
          </a:xfrm>
          <a:prstGeom prst="rect">
            <a:avLst/>
          </a:prstGeom>
          <a:noFill/>
          <a:ln>
            <a:noFill/>
          </a:ln>
        </p:spPr>
        <p:txBody>
          <a:bodyPr anchorCtr="0" anchor="ctr" bIns="17150" lIns="34275" spcFirstLastPara="1" rIns="34275" wrap="square" tIns="1715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24"/>
          <p:cNvSpPr txBox="1"/>
          <p:nvPr>
            <p:ph type="title"/>
          </p:nvPr>
        </p:nvSpPr>
        <p:spPr>
          <a:xfrm rot="5400000">
            <a:off x="1774627" y="814388"/>
            <a:ext cx="2194322" cy="771525"/>
          </a:xfrm>
          <a:prstGeom prst="rect">
            <a:avLst/>
          </a:prstGeom>
          <a:noFill/>
          <a:ln>
            <a:noFill/>
          </a:ln>
        </p:spPr>
        <p:txBody>
          <a:bodyPr anchorCtr="0" anchor="ctr" bIns="17150" lIns="34275" spcFirstLastPara="1" rIns="34275" wrap="square" tIns="1715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9pPr>
          </a:lstStyle>
          <a:p/>
        </p:txBody>
      </p:sp>
      <p:sp>
        <p:nvSpPr>
          <p:cNvPr id="121" name="Google Shape;121;p24"/>
          <p:cNvSpPr txBox="1"/>
          <p:nvPr>
            <p:ph idx="1" type="body"/>
          </p:nvPr>
        </p:nvSpPr>
        <p:spPr>
          <a:xfrm rot="5400000">
            <a:off x="203002" y="71438"/>
            <a:ext cx="2194322" cy="2257425"/>
          </a:xfrm>
          <a:prstGeom prst="rect">
            <a:avLst/>
          </a:prstGeom>
          <a:noFill/>
          <a:ln>
            <a:noFill/>
          </a:ln>
        </p:spPr>
        <p:txBody>
          <a:bodyPr anchorCtr="0" anchor="t" bIns="17150" lIns="34275" spcFirstLastPara="1" rIns="34275" wrap="square" tIns="17150">
            <a:normAutofit/>
          </a:bodyPr>
          <a:lstStyle>
            <a:lvl1pPr indent="-273050" lvl="0" marL="4572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Char char="•"/>
              <a:defRPr/>
            </a:lvl1pPr>
            <a:lvl2pPr indent="-273050" lvl="1" marL="9144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Char char="–"/>
              <a:defRPr/>
            </a:lvl2pPr>
            <a:lvl3pPr indent="-273050" lvl="2" marL="13716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Char char="•"/>
              <a:defRPr/>
            </a:lvl3pPr>
            <a:lvl4pPr indent="-273050" lvl="3" marL="18288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Char char="–"/>
              <a:defRPr/>
            </a:lvl4pPr>
            <a:lvl5pPr indent="-273050" lvl="4" marL="22860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Char char="»"/>
              <a:defRPr/>
            </a:lvl5pPr>
            <a:lvl6pPr indent="-273050" lvl="5" marL="27432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Char char="•"/>
              <a:defRPr/>
            </a:lvl6pPr>
            <a:lvl7pPr indent="-273050" lvl="6" marL="32004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Char char="•"/>
              <a:defRPr/>
            </a:lvl7pPr>
            <a:lvl8pPr indent="-273050" lvl="7" marL="36576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Char char="•"/>
              <a:defRPr/>
            </a:lvl8pPr>
            <a:lvl9pPr indent="-273050" lvl="8" marL="41148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Char char="•"/>
              <a:defRPr/>
            </a:lvl9pPr>
          </a:lstStyle>
          <a:p/>
        </p:txBody>
      </p:sp>
      <p:sp>
        <p:nvSpPr>
          <p:cNvPr id="122" name="Google Shape;122;p24"/>
          <p:cNvSpPr txBox="1"/>
          <p:nvPr>
            <p:ph idx="10" type="dt"/>
          </p:nvPr>
        </p:nvSpPr>
        <p:spPr>
          <a:xfrm>
            <a:off x="171450" y="2383631"/>
            <a:ext cx="800100" cy="136922"/>
          </a:xfrm>
          <a:prstGeom prst="rect">
            <a:avLst/>
          </a:prstGeom>
          <a:noFill/>
          <a:ln>
            <a:noFill/>
          </a:ln>
        </p:spPr>
        <p:txBody>
          <a:bodyPr anchorCtr="0" anchor="ctr" bIns="17150" lIns="34275" spcFirstLastPara="1" rIns="34275" wrap="square" tIns="1715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9pPr>
          </a:lstStyle>
          <a:p/>
        </p:txBody>
      </p:sp>
      <p:sp>
        <p:nvSpPr>
          <p:cNvPr id="123" name="Google Shape;123;p24"/>
          <p:cNvSpPr txBox="1"/>
          <p:nvPr>
            <p:ph idx="11" type="ftr"/>
          </p:nvPr>
        </p:nvSpPr>
        <p:spPr>
          <a:xfrm>
            <a:off x="1171575" y="2383631"/>
            <a:ext cx="1085850" cy="136922"/>
          </a:xfrm>
          <a:prstGeom prst="rect">
            <a:avLst/>
          </a:prstGeom>
          <a:noFill/>
          <a:ln>
            <a:noFill/>
          </a:ln>
        </p:spPr>
        <p:txBody>
          <a:bodyPr anchorCtr="0" anchor="ctr" bIns="17150" lIns="34275" spcFirstLastPara="1" rIns="34275" wrap="square" tIns="1715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9pPr>
          </a:lstStyle>
          <a:p/>
        </p:txBody>
      </p:sp>
      <p:sp>
        <p:nvSpPr>
          <p:cNvPr id="124" name="Google Shape;124;p24"/>
          <p:cNvSpPr txBox="1"/>
          <p:nvPr>
            <p:ph idx="12" type="sldNum"/>
          </p:nvPr>
        </p:nvSpPr>
        <p:spPr>
          <a:xfrm>
            <a:off x="2457450" y="2383631"/>
            <a:ext cx="800100" cy="136922"/>
          </a:xfrm>
          <a:prstGeom prst="rect">
            <a:avLst/>
          </a:prstGeom>
          <a:noFill/>
          <a:ln>
            <a:noFill/>
          </a:ln>
        </p:spPr>
        <p:txBody>
          <a:bodyPr anchorCtr="0" anchor="ctr" bIns="17150" lIns="34275" spcFirstLastPara="1" rIns="34275" wrap="square" tIns="1715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20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171450" y="102989"/>
            <a:ext cx="3086100" cy="428625"/>
          </a:xfrm>
          <a:prstGeom prst="rect">
            <a:avLst/>
          </a:prstGeom>
          <a:noFill/>
          <a:ln>
            <a:noFill/>
          </a:ln>
        </p:spPr>
        <p:txBody>
          <a:bodyPr anchorCtr="0" anchor="ctr" bIns="17150" lIns="34275" spcFirstLastPara="1" rIns="34275" wrap="square" tIns="1715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Calibri"/>
              <a:buNone/>
              <a:defRPr b="0" i="0" sz="17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500"/>
              <a:buNone/>
              <a:defRPr sz="700"/>
            </a:lvl2pPr>
            <a:lvl3pPr lvl="2">
              <a:spcBef>
                <a:spcPts val="0"/>
              </a:spcBef>
              <a:spcAft>
                <a:spcPts val="0"/>
              </a:spcAft>
              <a:buSzPts val="500"/>
              <a:buNone/>
              <a:defRPr sz="700"/>
            </a:lvl3pPr>
            <a:lvl4pPr lvl="3">
              <a:spcBef>
                <a:spcPts val="0"/>
              </a:spcBef>
              <a:spcAft>
                <a:spcPts val="0"/>
              </a:spcAft>
              <a:buSzPts val="500"/>
              <a:buNone/>
              <a:defRPr sz="700"/>
            </a:lvl4pPr>
            <a:lvl5pPr lvl="4">
              <a:spcBef>
                <a:spcPts val="0"/>
              </a:spcBef>
              <a:spcAft>
                <a:spcPts val="0"/>
              </a:spcAft>
              <a:buSzPts val="500"/>
              <a:buNone/>
              <a:defRPr sz="700"/>
            </a:lvl5pPr>
            <a:lvl6pPr lvl="5">
              <a:spcBef>
                <a:spcPts val="0"/>
              </a:spcBef>
              <a:spcAft>
                <a:spcPts val="0"/>
              </a:spcAft>
              <a:buSzPts val="500"/>
              <a:buNone/>
              <a:defRPr sz="700"/>
            </a:lvl6pPr>
            <a:lvl7pPr lvl="6">
              <a:spcBef>
                <a:spcPts val="0"/>
              </a:spcBef>
              <a:spcAft>
                <a:spcPts val="0"/>
              </a:spcAft>
              <a:buSzPts val="500"/>
              <a:buNone/>
              <a:defRPr sz="700"/>
            </a:lvl7pPr>
            <a:lvl8pPr lvl="7">
              <a:spcBef>
                <a:spcPts val="0"/>
              </a:spcBef>
              <a:spcAft>
                <a:spcPts val="0"/>
              </a:spcAft>
              <a:buSzPts val="500"/>
              <a:buNone/>
              <a:defRPr sz="700"/>
            </a:lvl8pPr>
            <a:lvl9pPr lvl="8">
              <a:spcBef>
                <a:spcPts val="0"/>
              </a:spcBef>
              <a:spcAft>
                <a:spcPts val="0"/>
              </a:spcAft>
              <a:buSzPts val="500"/>
              <a:buNone/>
              <a:defRPr sz="700"/>
            </a:lvl9pPr>
          </a:lstStyle>
          <a:p/>
        </p:txBody>
      </p:sp>
      <p:sp>
        <p:nvSpPr>
          <p:cNvPr id="52" name="Google Shape;52;p13"/>
          <p:cNvSpPr txBox="1"/>
          <p:nvPr>
            <p:ph idx="1" type="body"/>
          </p:nvPr>
        </p:nvSpPr>
        <p:spPr>
          <a:xfrm>
            <a:off x="171450" y="600075"/>
            <a:ext cx="3086100" cy="1697236"/>
          </a:xfrm>
          <a:prstGeom prst="rect">
            <a:avLst/>
          </a:prstGeom>
          <a:noFill/>
          <a:ln>
            <a:noFill/>
          </a:ln>
        </p:spPr>
        <p:txBody>
          <a:bodyPr anchorCtr="0" anchor="t" bIns="17150" lIns="34275" spcFirstLastPara="1" rIns="34275" wrap="square" tIns="17150">
            <a:normAutofit/>
          </a:bodyPr>
          <a:lstStyle>
            <a:lvl1pPr indent="-304800" lvl="0" marL="457200" marR="0" rtl="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98450" lvl="1" marL="914400" marR="0" rtl="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–"/>
              <a:defRPr b="0" i="0" sz="1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85750" lvl="2" marL="1371600" marR="0" rtl="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Char char="•"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79400" lvl="3" marL="1828800" marR="0" rtl="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Char char="–"/>
              <a:defRPr b="0" i="0" sz="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79400" lvl="4" marL="2286000" marR="0" rtl="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Char char="»"/>
              <a:defRPr b="0" i="0" sz="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79400" lvl="5" marL="2743200" marR="0" rtl="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Char char="•"/>
              <a:defRPr b="0" i="0" sz="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79400" lvl="6" marL="3200400" marR="0" rtl="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Char char="•"/>
              <a:defRPr b="0" i="0" sz="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79400" lvl="7" marL="3657600" marR="0" rtl="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Char char="•"/>
              <a:defRPr b="0" i="0" sz="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79400" lvl="8" marL="4114800" marR="0" rtl="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Char char="•"/>
              <a:defRPr b="0" i="0" sz="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3" name="Google Shape;53;p13"/>
          <p:cNvSpPr txBox="1"/>
          <p:nvPr>
            <p:ph idx="10" type="dt"/>
          </p:nvPr>
        </p:nvSpPr>
        <p:spPr>
          <a:xfrm>
            <a:off x="171450" y="2383631"/>
            <a:ext cx="800100" cy="136922"/>
          </a:xfrm>
          <a:prstGeom prst="rect">
            <a:avLst/>
          </a:prstGeom>
          <a:noFill/>
          <a:ln>
            <a:noFill/>
          </a:ln>
        </p:spPr>
        <p:txBody>
          <a:bodyPr anchorCtr="0" anchor="ctr" bIns="17150" lIns="34275" spcFirstLastPara="1" rIns="34275" wrap="square" tIns="1715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500"/>
              <a:buNone/>
              <a:defRPr b="0" i="0" sz="5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500"/>
              <a:buNone/>
              <a:defRPr b="0" i="0" sz="7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500"/>
              <a:buNone/>
              <a:defRPr b="0" i="0" sz="7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500"/>
              <a:buNone/>
              <a:defRPr b="0" i="0" sz="7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500"/>
              <a:buNone/>
              <a:defRPr b="0" i="0" sz="7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500"/>
              <a:buNone/>
              <a:defRPr b="0" i="0" sz="7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500"/>
              <a:buNone/>
              <a:defRPr b="0" i="0" sz="7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500"/>
              <a:buNone/>
              <a:defRPr b="0" i="0" sz="7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500"/>
              <a:buNone/>
              <a:defRPr b="0" i="0" sz="7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4" name="Google Shape;54;p13"/>
          <p:cNvSpPr txBox="1"/>
          <p:nvPr>
            <p:ph idx="11" type="ftr"/>
          </p:nvPr>
        </p:nvSpPr>
        <p:spPr>
          <a:xfrm>
            <a:off x="1171575" y="2383631"/>
            <a:ext cx="1085850" cy="136922"/>
          </a:xfrm>
          <a:prstGeom prst="rect">
            <a:avLst/>
          </a:prstGeom>
          <a:noFill/>
          <a:ln>
            <a:noFill/>
          </a:ln>
        </p:spPr>
        <p:txBody>
          <a:bodyPr anchorCtr="0" anchor="ctr" bIns="17150" lIns="34275" spcFirstLastPara="1" rIns="34275" wrap="square" tIns="1715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500"/>
              <a:buNone/>
              <a:defRPr b="0" i="0" sz="5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500"/>
              <a:buNone/>
              <a:defRPr b="0" i="0" sz="7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500"/>
              <a:buNone/>
              <a:defRPr b="0" i="0" sz="7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500"/>
              <a:buNone/>
              <a:defRPr b="0" i="0" sz="7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500"/>
              <a:buNone/>
              <a:defRPr b="0" i="0" sz="7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500"/>
              <a:buNone/>
              <a:defRPr b="0" i="0" sz="7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500"/>
              <a:buNone/>
              <a:defRPr b="0" i="0" sz="7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500"/>
              <a:buNone/>
              <a:defRPr b="0" i="0" sz="7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500"/>
              <a:buNone/>
              <a:defRPr b="0" i="0" sz="7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5" name="Google Shape;55;p13"/>
          <p:cNvSpPr txBox="1"/>
          <p:nvPr>
            <p:ph idx="12" type="sldNum"/>
          </p:nvPr>
        </p:nvSpPr>
        <p:spPr>
          <a:xfrm>
            <a:off x="2457450" y="2383631"/>
            <a:ext cx="800100" cy="136922"/>
          </a:xfrm>
          <a:prstGeom prst="rect">
            <a:avLst/>
          </a:prstGeom>
          <a:noFill/>
          <a:ln>
            <a:noFill/>
          </a:ln>
        </p:spPr>
        <p:txBody>
          <a:bodyPr anchorCtr="0" anchor="ctr" bIns="17150" lIns="34275" spcFirstLastPara="1" rIns="34275" wrap="square" tIns="1715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5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5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5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5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5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5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5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5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5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8.png"/><Relationship Id="rId4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7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9.gif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5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4.gif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3.gif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6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25"/>
          <p:cNvSpPr/>
          <p:nvPr/>
        </p:nvSpPr>
        <p:spPr>
          <a:xfrm>
            <a:off x="260604" y="253746"/>
            <a:ext cx="380619" cy="4639437"/>
          </a:xfrm>
          <a:prstGeom prst="roundRect">
            <a:avLst>
              <a:gd fmla="val 10810" name="adj"/>
            </a:avLst>
          </a:prstGeom>
          <a:solidFill>
            <a:srgbClr val="0073FF"/>
          </a:solidFill>
          <a:ln>
            <a:noFill/>
          </a:ln>
        </p:spPr>
        <p:txBody>
          <a:bodyPr anchorCtr="0" anchor="ctr" bIns="17150" lIns="34275" spcFirstLastPara="1" rIns="34275" wrap="square" tIns="171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25"/>
          <p:cNvSpPr txBox="1"/>
          <p:nvPr/>
        </p:nvSpPr>
        <p:spPr>
          <a:xfrm rot="-5400000">
            <a:off x="-1505331" y="2263140"/>
            <a:ext cx="1800225" cy="30861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" sz="17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Portfolio</a:t>
            </a:r>
            <a:endParaRPr sz="500"/>
          </a:p>
        </p:txBody>
      </p:sp>
      <p:sp>
        <p:nvSpPr>
          <p:cNvPr id="131" name="Google Shape;131;p25"/>
          <p:cNvSpPr txBox="1"/>
          <p:nvPr/>
        </p:nvSpPr>
        <p:spPr>
          <a:xfrm rot="-5400000">
            <a:off x="-720090" y="4080510"/>
            <a:ext cx="1165860" cy="1714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" sz="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2026-08</a:t>
            </a:r>
            <a:endParaRPr sz="500"/>
          </a:p>
        </p:txBody>
      </p:sp>
      <p:sp>
        <p:nvSpPr>
          <p:cNvPr id="132" name="Google Shape;132;p25"/>
          <p:cNvSpPr/>
          <p:nvPr/>
        </p:nvSpPr>
        <p:spPr>
          <a:xfrm>
            <a:off x="672084" y="253746"/>
            <a:ext cx="8205597" cy="4639437"/>
          </a:xfrm>
          <a:prstGeom prst="roundRect">
            <a:avLst>
              <a:gd fmla="val 1034" name="adj"/>
            </a:avLst>
          </a:prstGeom>
          <a:solidFill>
            <a:srgbClr val="FFFFFF"/>
          </a:solidFill>
          <a:ln>
            <a:noFill/>
          </a:ln>
          <a:effectLst>
            <a:outerShdw blurRad="76200" rotWithShape="0" dir="5400000" dist="25400">
              <a:srgbClr val="000000">
                <a:alpha val="9020"/>
              </a:srgbClr>
            </a:outerShdw>
          </a:effectLst>
        </p:spPr>
        <p:txBody>
          <a:bodyPr anchorCtr="0" anchor="ctr" bIns="17150" lIns="34275" spcFirstLastPara="1" rIns="34275" wrap="square" tIns="171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33" name="Google Shape;133;p25"/>
          <p:cNvCxnSpPr/>
          <p:nvPr/>
        </p:nvCxnSpPr>
        <p:spPr>
          <a:xfrm>
            <a:off x="956691" y="476631"/>
            <a:ext cx="6957441" cy="0"/>
          </a:xfrm>
          <a:prstGeom prst="straightConnector1">
            <a:avLst/>
          </a:prstGeom>
          <a:noFill/>
          <a:ln cap="flat" cmpd="sng" w="13950">
            <a:solidFill>
              <a:srgbClr val="3F3F3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sp>
        <p:nvSpPr>
          <p:cNvPr id="134" name="Google Shape;134;p25"/>
          <p:cNvSpPr/>
          <p:nvPr/>
        </p:nvSpPr>
        <p:spPr>
          <a:xfrm>
            <a:off x="7955280" y="363474"/>
            <a:ext cx="651510" cy="226314"/>
          </a:xfrm>
          <a:prstGeom prst="roundRect">
            <a:avLst>
              <a:gd fmla="val 15151" name="adj"/>
            </a:avLst>
          </a:prstGeom>
          <a:solidFill>
            <a:srgbClr val="1D1D1D"/>
          </a:solidFill>
          <a:ln>
            <a:noFill/>
          </a:ln>
        </p:spPr>
        <p:txBody>
          <a:bodyPr anchorCtr="0" anchor="ctr" bIns="0" lIns="61725" spcFirstLastPara="1" rIns="61725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" sz="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sz="500"/>
          </a:p>
        </p:txBody>
      </p:sp>
      <p:sp>
        <p:nvSpPr>
          <p:cNvPr id="135" name="Google Shape;135;p25"/>
          <p:cNvSpPr txBox="1"/>
          <p:nvPr/>
        </p:nvSpPr>
        <p:spPr>
          <a:xfrm>
            <a:off x="1508760" y="1433322"/>
            <a:ext cx="6515100" cy="78867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" sz="4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ChainRiposte</a:t>
            </a:r>
            <a:endParaRPr sz="500"/>
          </a:p>
        </p:txBody>
      </p:sp>
      <p:sp>
        <p:nvSpPr>
          <p:cNvPr id="136" name="Google Shape;136;p25"/>
          <p:cNvSpPr txBox="1"/>
          <p:nvPr/>
        </p:nvSpPr>
        <p:spPr>
          <a:xfrm>
            <a:off x="1508760" y="2084832"/>
            <a:ext cx="6515100" cy="78867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양평화</a:t>
            </a:r>
            <a:endParaRPr sz="500"/>
          </a:p>
        </p:txBody>
      </p:sp>
      <p:cxnSp>
        <p:nvCxnSpPr>
          <p:cNvPr id="137" name="Google Shape;137;p25"/>
          <p:cNvCxnSpPr/>
          <p:nvPr/>
        </p:nvCxnSpPr>
        <p:spPr>
          <a:xfrm>
            <a:off x="4289679" y="3000375"/>
            <a:ext cx="984123" cy="0"/>
          </a:xfrm>
          <a:prstGeom prst="straightConnector1">
            <a:avLst/>
          </a:prstGeom>
          <a:noFill/>
          <a:ln cap="flat" cmpd="sng" w="38100">
            <a:solidFill>
              <a:srgbClr val="0073F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sp>
        <p:nvSpPr>
          <p:cNvPr id="138" name="Google Shape;138;p25"/>
          <p:cNvSpPr/>
          <p:nvPr/>
        </p:nvSpPr>
        <p:spPr>
          <a:xfrm>
            <a:off x="768096" y="3240405"/>
            <a:ext cx="1825085" cy="360045"/>
          </a:xfrm>
          <a:prstGeom prst="roundRect">
            <a:avLst>
              <a:gd fmla="val 10476" name="adj"/>
            </a:avLst>
          </a:prstGeom>
          <a:solidFill>
            <a:srgbClr val="F5F5F5"/>
          </a:solidFill>
          <a:ln cap="flat" cmpd="sng" w="9525">
            <a:solidFill>
              <a:srgbClr val="DDDD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61725" spcFirstLastPara="1" rIns="61725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Unity 6</a:t>
            </a:r>
            <a:endParaRPr sz="500"/>
          </a:p>
        </p:txBody>
      </p:sp>
      <p:sp>
        <p:nvSpPr>
          <p:cNvPr id="139" name="Google Shape;139;p25"/>
          <p:cNvSpPr/>
          <p:nvPr/>
        </p:nvSpPr>
        <p:spPr>
          <a:xfrm>
            <a:off x="2696051" y="3240405"/>
            <a:ext cx="1825085" cy="360045"/>
          </a:xfrm>
          <a:prstGeom prst="roundRect">
            <a:avLst>
              <a:gd fmla="val 10476" name="adj"/>
            </a:avLst>
          </a:prstGeom>
          <a:solidFill>
            <a:srgbClr val="F5F5F5"/>
          </a:solidFill>
          <a:ln cap="flat" cmpd="sng" w="9525">
            <a:solidFill>
              <a:srgbClr val="DDDD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61725" spcFirstLastPara="1" rIns="61725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C#</a:t>
            </a:r>
            <a:endParaRPr sz="500"/>
          </a:p>
        </p:txBody>
      </p:sp>
      <p:sp>
        <p:nvSpPr>
          <p:cNvPr id="140" name="Google Shape;140;p25"/>
          <p:cNvSpPr/>
          <p:nvPr/>
        </p:nvSpPr>
        <p:spPr>
          <a:xfrm>
            <a:off x="4624007" y="3240405"/>
            <a:ext cx="1825085" cy="360045"/>
          </a:xfrm>
          <a:prstGeom prst="roundRect">
            <a:avLst>
              <a:gd fmla="val 10476" name="adj"/>
            </a:avLst>
          </a:prstGeom>
          <a:solidFill>
            <a:srgbClr val="F5F5F5"/>
          </a:solidFill>
          <a:ln cap="flat" cmpd="sng" w="9525">
            <a:solidFill>
              <a:srgbClr val="DDDD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61725" spcFirstLastPara="1" rIns="61725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1인 개발</a:t>
            </a:r>
            <a:endParaRPr sz="500"/>
          </a:p>
        </p:txBody>
      </p:sp>
      <p:sp>
        <p:nvSpPr>
          <p:cNvPr id="141" name="Google Shape;141;p25"/>
          <p:cNvSpPr/>
          <p:nvPr/>
        </p:nvSpPr>
        <p:spPr>
          <a:xfrm>
            <a:off x="6551962" y="3240405"/>
            <a:ext cx="1825085" cy="360045"/>
          </a:xfrm>
          <a:prstGeom prst="roundRect">
            <a:avLst>
              <a:gd fmla="val 10476" name="adj"/>
            </a:avLst>
          </a:prstGeom>
          <a:solidFill>
            <a:srgbClr val="F5F5F5"/>
          </a:solidFill>
          <a:ln cap="flat" cmpd="sng" w="9525">
            <a:solidFill>
              <a:srgbClr val="DDDD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61725" spcFirstLastPara="1" rIns="61725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3주 (2026.07.14 ~ 08.03)</a:t>
            </a:r>
            <a:endParaRPr sz="500"/>
          </a:p>
        </p:txBody>
      </p:sp>
      <p:cxnSp>
        <p:nvCxnSpPr>
          <p:cNvPr id="142" name="Google Shape;142;p25"/>
          <p:cNvCxnSpPr/>
          <p:nvPr/>
        </p:nvCxnSpPr>
        <p:spPr>
          <a:xfrm>
            <a:off x="953262" y="3960495"/>
            <a:ext cx="7605522" cy="0"/>
          </a:xfrm>
          <a:prstGeom prst="straightConnector1">
            <a:avLst/>
          </a:prstGeom>
          <a:noFill/>
          <a:ln cap="flat" cmpd="sng" w="13950">
            <a:solidFill>
              <a:srgbClr val="3F3F3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sp>
        <p:nvSpPr>
          <p:cNvPr id="143" name="Google Shape;143;p25"/>
          <p:cNvSpPr txBox="1"/>
          <p:nvPr/>
        </p:nvSpPr>
        <p:spPr>
          <a:xfrm>
            <a:off x="908685" y="4131945"/>
            <a:ext cx="3339846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" sz="900" u="none" cap="none" strike="noStrike">
                <a:solidFill>
                  <a:srgbClr val="0073FF"/>
                </a:solidFill>
                <a:latin typeface="Arial"/>
                <a:ea typeface="Arial"/>
                <a:cs typeface="Arial"/>
                <a:sym typeface="Arial"/>
              </a:rPr>
              <a:t>PROJECT</a:t>
            </a:r>
            <a:endParaRPr sz="500"/>
          </a:p>
        </p:txBody>
      </p:sp>
      <p:sp>
        <p:nvSpPr>
          <p:cNvPr id="144" name="Google Shape;144;p25"/>
          <p:cNvSpPr txBox="1"/>
          <p:nvPr/>
        </p:nvSpPr>
        <p:spPr>
          <a:xfrm>
            <a:off x="915543" y="4344543"/>
            <a:ext cx="3332988" cy="3086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" sz="800" u="none" cap="none" strike="noStrike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Unity 퍼즐 + 패링 전투 · 매치3 → 보스전 반복</a:t>
            </a:r>
            <a:endParaRPr sz="500"/>
          </a:p>
        </p:txBody>
      </p:sp>
      <p:cxnSp>
        <p:nvCxnSpPr>
          <p:cNvPr id="145" name="Google Shape;145;p25"/>
          <p:cNvCxnSpPr/>
          <p:nvPr/>
        </p:nvCxnSpPr>
        <p:spPr>
          <a:xfrm>
            <a:off x="4570857" y="4114800"/>
            <a:ext cx="0" cy="462915"/>
          </a:xfrm>
          <a:prstGeom prst="straightConnector1">
            <a:avLst/>
          </a:prstGeom>
          <a:noFill/>
          <a:ln cap="flat" cmpd="sng" w="15225">
            <a:solidFill>
              <a:srgbClr val="DDDDDD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sp>
        <p:nvSpPr>
          <p:cNvPr id="146" name="Google Shape;146;p25"/>
          <p:cNvSpPr txBox="1"/>
          <p:nvPr/>
        </p:nvSpPr>
        <p:spPr>
          <a:xfrm>
            <a:off x="4889754" y="4131945"/>
            <a:ext cx="3339846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" sz="900" u="none" cap="none" strike="noStrike">
                <a:solidFill>
                  <a:srgbClr val="0073FF"/>
                </a:solidFill>
                <a:latin typeface="Arial"/>
                <a:ea typeface="Arial"/>
                <a:cs typeface="Arial"/>
                <a:sym typeface="Arial"/>
              </a:rPr>
              <a:t>SCALE</a:t>
            </a:r>
            <a:endParaRPr sz="500"/>
          </a:p>
        </p:txBody>
      </p:sp>
      <p:sp>
        <p:nvSpPr>
          <p:cNvPr id="147" name="Google Shape;147;p25"/>
          <p:cNvSpPr txBox="1"/>
          <p:nvPr/>
        </p:nvSpPr>
        <p:spPr>
          <a:xfrm>
            <a:off x="4896612" y="4344543"/>
            <a:ext cx="3332988" cy="3086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" sz="800" u="none" cap="none" strike="noStrike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170파일 / 25,546줄 · 157커밋 · EditMode 테스트 167개 전부 통과</a:t>
            </a:r>
            <a:endParaRPr sz="5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26"/>
          <p:cNvSpPr/>
          <p:nvPr/>
        </p:nvSpPr>
        <p:spPr>
          <a:xfrm>
            <a:off x="267462" y="596646"/>
            <a:ext cx="8613648" cy="4296537"/>
          </a:xfrm>
          <a:prstGeom prst="roundRect">
            <a:avLst>
              <a:gd fmla="val 1117" name="adj"/>
            </a:avLst>
          </a:prstGeom>
          <a:solidFill>
            <a:srgbClr val="FFFFFF"/>
          </a:solidFill>
          <a:ln>
            <a:noFill/>
          </a:ln>
          <a:effectLst>
            <a:outerShdw blurRad="76200" rotWithShape="0" dir="5400000" dist="25400">
              <a:srgbClr val="000000">
                <a:alpha val="9020"/>
              </a:srgbClr>
            </a:outerShdw>
          </a:effectLst>
        </p:spPr>
        <p:txBody>
          <a:bodyPr anchorCtr="0" anchor="ctr" bIns="17150" lIns="34275" spcFirstLastPara="1" rIns="34275" wrap="square" tIns="171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26"/>
          <p:cNvSpPr/>
          <p:nvPr/>
        </p:nvSpPr>
        <p:spPr>
          <a:xfrm>
            <a:off x="267462" y="253746"/>
            <a:ext cx="8613648" cy="318897"/>
          </a:xfrm>
          <a:prstGeom prst="roundRect">
            <a:avLst>
              <a:gd fmla="val 12903" name="adj"/>
            </a:avLst>
          </a:prstGeom>
          <a:solidFill>
            <a:srgbClr val="1D1D1D"/>
          </a:solidFill>
          <a:ln>
            <a:noFill/>
          </a:ln>
        </p:spPr>
        <p:txBody>
          <a:bodyPr anchorCtr="0" anchor="ctr" bIns="17150" lIns="34275" spcFirstLastPara="1" rIns="34275" wrap="square" tIns="171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26"/>
          <p:cNvSpPr txBox="1"/>
          <p:nvPr/>
        </p:nvSpPr>
        <p:spPr>
          <a:xfrm>
            <a:off x="510921" y="322326"/>
            <a:ext cx="2057400" cy="1885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ChainRiposte</a:t>
            </a:r>
            <a:endParaRPr sz="500"/>
          </a:p>
        </p:txBody>
      </p:sp>
      <p:sp>
        <p:nvSpPr>
          <p:cNvPr id="155" name="Google Shape;155;p26"/>
          <p:cNvSpPr txBox="1"/>
          <p:nvPr/>
        </p:nvSpPr>
        <p:spPr>
          <a:xfrm>
            <a:off x="6480810" y="342900"/>
            <a:ext cx="2160270" cy="1543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" sz="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2026-08</a:t>
            </a:r>
            <a:endParaRPr sz="500"/>
          </a:p>
        </p:txBody>
      </p:sp>
      <p:cxnSp>
        <p:nvCxnSpPr>
          <p:cNvPr id="156" name="Google Shape;156;p26"/>
          <p:cNvCxnSpPr/>
          <p:nvPr/>
        </p:nvCxnSpPr>
        <p:spPr>
          <a:xfrm>
            <a:off x="500634" y="4670298"/>
            <a:ext cx="7975854" cy="0"/>
          </a:xfrm>
          <a:prstGeom prst="straightConnector1">
            <a:avLst/>
          </a:prstGeom>
          <a:noFill/>
          <a:ln cap="flat" cmpd="sng" w="13950">
            <a:solidFill>
              <a:srgbClr val="3F3F3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sp>
        <p:nvSpPr>
          <p:cNvPr id="157" name="Google Shape;157;p26"/>
          <p:cNvSpPr txBox="1"/>
          <p:nvPr/>
        </p:nvSpPr>
        <p:spPr>
          <a:xfrm>
            <a:off x="6652260" y="4714875"/>
            <a:ext cx="2023110" cy="1543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" sz="700" u="none" cap="none" strike="noStrike">
                <a:solidFill>
                  <a:srgbClr val="1D1D1D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sz="500"/>
          </a:p>
        </p:txBody>
      </p:sp>
      <p:sp>
        <p:nvSpPr>
          <p:cNvPr id="158" name="Google Shape;158;p26"/>
          <p:cNvSpPr txBox="1"/>
          <p:nvPr/>
        </p:nvSpPr>
        <p:spPr>
          <a:xfrm>
            <a:off x="1443609" y="706374"/>
            <a:ext cx="6257925" cy="46291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" sz="2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두 장르를 한 자원으로 묶었다</a:t>
            </a:r>
            <a:endParaRPr sz="500"/>
          </a:p>
        </p:txBody>
      </p:sp>
      <p:cxnSp>
        <p:nvCxnSpPr>
          <p:cNvPr id="159" name="Google Shape;159;p26"/>
          <p:cNvCxnSpPr/>
          <p:nvPr/>
        </p:nvCxnSpPr>
        <p:spPr>
          <a:xfrm>
            <a:off x="493776" y="1248156"/>
            <a:ext cx="8157591" cy="0"/>
          </a:xfrm>
          <a:prstGeom prst="straightConnector1">
            <a:avLst/>
          </a:prstGeom>
          <a:noFill/>
          <a:ln cap="flat" cmpd="sng" w="15875">
            <a:solidFill>
              <a:srgbClr val="3F3F3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sp>
        <p:nvSpPr>
          <p:cNvPr id="160" name="Google Shape;160;p26"/>
          <p:cNvSpPr txBox="1"/>
          <p:nvPr/>
        </p:nvSpPr>
        <p:spPr>
          <a:xfrm>
            <a:off x="891540" y="1378458"/>
            <a:ext cx="7372350" cy="21259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" sz="900" u="none" cap="none" strike="noStrike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퍼즐은 준비 구간, 보스전은 실력 구간.</a:t>
            </a:r>
            <a:endParaRPr sz="500"/>
          </a:p>
        </p:txBody>
      </p:sp>
      <p:cxnSp>
        <p:nvCxnSpPr>
          <p:cNvPr id="161" name="Google Shape;161;p26"/>
          <p:cNvCxnSpPr/>
          <p:nvPr/>
        </p:nvCxnSpPr>
        <p:spPr>
          <a:xfrm>
            <a:off x="493776" y="1690497"/>
            <a:ext cx="8157591" cy="0"/>
          </a:xfrm>
          <a:prstGeom prst="straightConnector1">
            <a:avLst/>
          </a:prstGeom>
          <a:noFill/>
          <a:ln cap="flat" cmpd="sng" w="15875">
            <a:solidFill>
              <a:srgbClr val="3F3F3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sp>
        <p:nvSpPr>
          <p:cNvPr id="162" name="Google Shape;162;p26"/>
          <p:cNvSpPr/>
          <p:nvPr/>
        </p:nvSpPr>
        <p:spPr>
          <a:xfrm>
            <a:off x="5359527" y="1851660"/>
            <a:ext cx="3017520" cy="2760345"/>
          </a:xfrm>
          <a:prstGeom prst="roundRect">
            <a:avLst>
              <a:gd fmla="val 1490" name="adj"/>
            </a:avLst>
          </a:prstGeom>
          <a:solidFill>
            <a:srgbClr val="F5F5F5"/>
          </a:solidFill>
          <a:ln cap="flat" cmpd="sng" w="20300">
            <a:solidFill>
              <a:srgbClr val="B8B8B8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0" lIns="61725" spcFirstLastPara="1" rIns="61725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" sz="1000" u="none" cap="none" strike="noStrike">
                <a:solidFill>
                  <a:srgbClr val="6A6A6A"/>
                </a:solidFill>
                <a:latin typeface="Arial"/>
                <a:ea typeface="Arial"/>
                <a:cs typeface="Arial"/>
                <a:sym typeface="Arial"/>
              </a:rPr>
              <a:t>스크린샷 — 퍼즐 화면 + 보스전 화면</a:t>
            </a:r>
            <a:endParaRPr sz="500"/>
          </a:p>
          <a:p>
            <a:pPr indent="0" lvl="0" marL="0" marR="0" rtl="0" algn="ctr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ko" sz="800" u="none" cap="none" strike="noStrike">
                <a:solidFill>
                  <a:srgbClr val="999999"/>
                </a:solidFill>
                <a:latin typeface="Arial"/>
                <a:ea typeface="Arial"/>
                <a:cs typeface="Arial"/>
                <a:sym typeface="Arial"/>
              </a:rPr>
              <a:t>세로 화면 2장을 위아래 또는 나란히</a:t>
            </a:r>
            <a:endParaRPr sz="500"/>
          </a:p>
        </p:txBody>
      </p:sp>
      <p:sp>
        <p:nvSpPr>
          <p:cNvPr id="163" name="Google Shape;163;p26"/>
          <p:cNvSpPr txBox="1"/>
          <p:nvPr/>
        </p:nvSpPr>
        <p:spPr>
          <a:xfrm>
            <a:off x="768096" y="1851660"/>
            <a:ext cx="4402836" cy="14401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" sz="800" u="none" cap="none" strike="noStrike">
                <a:solidFill>
                  <a:srgbClr val="0073FF"/>
                </a:solidFill>
                <a:latin typeface="Arial"/>
                <a:ea typeface="Arial"/>
                <a:cs typeface="Arial"/>
                <a:sym typeface="Arial"/>
              </a:rPr>
              <a:t>한 판의 흐름</a:t>
            </a:r>
            <a:endParaRPr sz="500"/>
          </a:p>
        </p:txBody>
      </p:sp>
      <p:sp>
        <p:nvSpPr>
          <p:cNvPr id="164" name="Google Shape;164;p26"/>
          <p:cNvSpPr/>
          <p:nvPr/>
        </p:nvSpPr>
        <p:spPr>
          <a:xfrm>
            <a:off x="768096" y="2029968"/>
            <a:ext cx="628192" cy="315468"/>
          </a:xfrm>
          <a:prstGeom prst="roundRect">
            <a:avLst>
              <a:gd fmla="val 11956" name="adj"/>
            </a:avLst>
          </a:prstGeom>
          <a:solidFill>
            <a:srgbClr val="F5F5F5"/>
          </a:solidFill>
          <a:ln cap="flat" cmpd="sng" w="9525">
            <a:solidFill>
              <a:srgbClr val="DDDD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61725" spcFirstLastPara="1" rIns="61725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월드맵</a:t>
            </a:r>
            <a:endParaRPr sz="500"/>
          </a:p>
        </p:txBody>
      </p:sp>
      <p:sp>
        <p:nvSpPr>
          <p:cNvPr id="165" name="Google Shape;165;p26"/>
          <p:cNvSpPr txBox="1"/>
          <p:nvPr/>
        </p:nvSpPr>
        <p:spPr>
          <a:xfrm>
            <a:off x="1396289" y="2029968"/>
            <a:ext cx="212598" cy="3154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" sz="1100" u="none" cap="none" strike="noStrike">
                <a:solidFill>
                  <a:srgbClr val="0073FF"/>
                </a:solidFill>
                <a:latin typeface="Arial"/>
                <a:ea typeface="Arial"/>
                <a:cs typeface="Arial"/>
                <a:sym typeface="Arial"/>
              </a:rPr>
              <a:t>→</a:t>
            </a:r>
            <a:endParaRPr sz="500"/>
          </a:p>
        </p:txBody>
      </p:sp>
      <p:sp>
        <p:nvSpPr>
          <p:cNvPr id="166" name="Google Shape;166;p26"/>
          <p:cNvSpPr/>
          <p:nvPr/>
        </p:nvSpPr>
        <p:spPr>
          <a:xfrm>
            <a:off x="1711756" y="2029968"/>
            <a:ext cx="628192" cy="315468"/>
          </a:xfrm>
          <a:prstGeom prst="roundRect">
            <a:avLst>
              <a:gd fmla="val 11956" name="adj"/>
            </a:avLst>
          </a:prstGeom>
          <a:solidFill>
            <a:srgbClr val="F5F5F5"/>
          </a:solidFill>
          <a:ln cap="flat" cmpd="sng" w="9525">
            <a:solidFill>
              <a:srgbClr val="DDDD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61725" spcFirstLastPara="1" rIns="61725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퍼즐</a:t>
            </a:r>
            <a:endParaRPr sz="500"/>
          </a:p>
        </p:txBody>
      </p:sp>
      <p:sp>
        <p:nvSpPr>
          <p:cNvPr id="167" name="Google Shape;167;p26"/>
          <p:cNvSpPr txBox="1"/>
          <p:nvPr/>
        </p:nvSpPr>
        <p:spPr>
          <a:xfrm>
            <a:off x="2339949" y="2029968"/>
            <a:ext cx="212598" cy="3154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" sz="1100" u="none" cap="none" strike="noStrike">
                <a:solidFill>
                  <a:srgbClr val="0073FF"/>
                </a:solidFill>
                <a:latin typeface="Arial"/>
                <a:ea typeface="Arial"/>
                <a:cs typeface="Arial"/>
                <a:sym typeface="Arial"/>
              </a:rPr>
              <a:t>→</a:t>
            </a:r>
            <a:endParaRPr sz="500"/>
          </a:p>
        </p:txBody>
      </p:sp>
      <p:sp>
        <p:nvSpPr>
          <p:cNvPr id="168" name="Google Shape;168;p26"/>
          <p:cNvSpPr/>
          <p:nvPr/>
        </p:nvSpPr>
        <p:spPr>
          <a:xfrm>
            <a:off x="2655417" y="2029968"/>
            <a:ext cx="628193" cy="315468"/>
          </a:xfrm>
          <a:prstGeom prst="roundRect">
            <a:avLst>
              <a:gd fmla="val 11956" name="adj"/>
            </a:avLst>
          </a:prstGeom>
          <a:solidFill>
            <a:srgbClr val="F5F5F5"/>
          </a:solidFill>
          <a:ln cap="flat" cmpd="sng" w="9525">
            <a:solidFill>
              <a:srgbClr val="DDDD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61725" spcFirstLastPara="1" rIns="61725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준비</a:t>
            </a:r>
            <a:endParaRPr sz="500"/>
          </a:p>
        </p:txBody>
      </p:sp>
      <p:sp>
        <p:nvSpPr>
          <p:cNvPr id="169" name="Google Shape;169;p26"/>
          <p:cNvSpPr txBox="1"/>
          <p:nvPr/>
        </p:nvSpPr>
        <p:spPr>
          <a:xfrm>
            <a:off x="3283610" y="2029968"/>
            <a:ext cx="212598" cy="3154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" sz="1100" u="none" cap="none" strike="noStrike">
                <a:solidFill>
                  <a:srgbClr val="0073FF"/>
                </a:solidFill>
                <a:latin typeface="Arial"/>
                <a:ea typeface="Arial"/>
                <a:cs typeface="Arial"/>
                <a:sym typeface="Arial"/>
              </a:rPr>
              <a:t>→</a:t>
            </a:r>
            <a:endParaRPr sz="500"/>
          </a:p>
        </p:txBody>
      </p:sp>
      <p:sp>
        <p:nvSpPr>
          <p:cNvPr id="170" name="Google Shape;170;p26"/>
          <p:cNvSpPr/>
          <p:nvPr/>
        </p:nvSpPr>
        <p:spPr>
          <a:xfrm>
            <a:off x="3599078" y="2029968"/>
            <a:ext cx="628193" cy="315468"/>
          </a:xfrm>
          <a:prstGeom prst="roundRect">
            <a:avLst>
              <a:gd fmla="val 11956" name="adj"/>
            </a:avLst>
          </a:prstGeom>
          <a:solidFill>
            <a:srgbClr val="F5F5F5"/>
          </a:solidFill>
          <a:ln cap="flat" cmpd="sng" w="9525">
            <a:solidFill>
              <a:srgbClr val="DDDD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61725" spcFirstLastPara="1" rIns="61725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보스전</a:t>
            </a:r>
            <a:endParaRPr sz="500"/>
          </a:p>
        </p:txBody>
      </p:sp>
      <p:sp>
        <p:nvSpPr>
          <p:cNvPr id="171" name="Google Shape;171;p26"/>
          <p:cNvSpPr txBox="1"/>
          <p:nvPr/>
        </p:nvSpPr>
        <p:spPr>
          <a:xfrm>
            <a:off x="4227271" y="2029968"/>
            <a:ext cx="212598" cy="3154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" sz="1100" u="none" cap="none" strike="noStrike">
                <a:solidFill>
                  <a:srgbClr val="0073FF"/>
                </a:solidFill>
                <a:latin typeface="Arial"/>
                <a:ea typeface="Arial"/>
                <a:cs typeface="Arial"/>
                <a:sym typeface="Arial"/>
              </a:rPr>
              <a:t>→</a:t>
            </a:r>
            <a:endParaRPr sz="500"/>
          </a:p>
        </p:txBody>
      </p:sp>
      <p:sp>
        <p:nvSpPr>
          <p:cNvPr id="172" name="Google Shape;172;p26"/>
          <p:cNvSpPr/>
          <p:nvPr/>
        </p:nvSpPr>
        <p:spPr>
          <a:xfrm>
            <a:off x="4542739" y="2029968"/>
            <a:ext cx="628193" cy="315468"/>
          </a:xfrm>
          <a:prstGeom prst="roundRect">
            <a:avLst>
              <a:gd fmla="val 11956" name="adj"/>
            </a:avLst>
          </a:prstGeom>
          <a:solidFill>
            <a:srgbClr val="0073FF"/>
          </a:solidFill>
          <a:ln>
            <a:noFill/>
          </a:ln>
        </p:spPr>
        <p:txBody>
          <a:bodyPr anchorCtr="0" anchor="ctr" bIns="0" lIns="61725" spcFirstLastPara="1" rIns="61725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" sz="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다음 고리</a:t>
            </a:r>
            <a:endParaRPr sz="500"/>
          </a:p>
        </p:txBody>
      </p:sp>
      <p:sp>
        <p:nvSpPr>
          <p:cNvPr id="173" name="Google Shape;173;p26"/>
          <p:cNvSpPr/>
          <p:nvPr/>
        </p:nvSpPr>
        <p:spPr>
          <a:xfrm>
            <a:off x="768096" y="2462022"/>
            <a:ext cx="4402836" cy="1097280"/>
          </a:xfrm>
          <a:prstGeom prst="roundRect">
            <a:avLst>
              <a:gd fmla="val 4062" name="adj"/>
            </a:avLst>
          </a:prstGeom>
          <a:solidFill>
            <a:srgbClr val="F5F5F5"/>
          </a:solidFill>
          <a:ln cap="flat" cmpd="sng" w="9525">
            <a:solidFill>
              <a:srgbClr val="DDDD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7150" lIns="34275" spcFirstLastPara="1" rIns="34275" wrap="square" tIns="171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26"/>
          <p:cNvSpPr txBox="1"/>
          <p:nvPr/>
        </p:nvSpPr>
        <p:spPr>
          <a:xfrm>
            <a:off x="905256" y="2599182"/>
            <a:ext cx="4128516" cy="19202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두 장르가 이어지는 지점</a:t>
            </a:r>
            <a:endParaRPr sz="500"/>
          </a:p>
        </p:txBody>
      </p:sp>
      <p:sp>
        <p:nvSpPr>
          <p:cNvPr id="175" name="Google Shape;175;p26"/>
          <p:cNvSpPr txBox="1"/>
          <p:nvPr/>
        </p:nvSpPr>
        <p:spPr>
          <a:xfrm>
            <a:off x="905256" y="2811780"/>
            <a:ext cx="4128516" cy="6103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" sz="800" u="none" cap="none" strike="noStrike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퍼즐에서 캔 소울로 레벨업하고, </a:t>
            </a:r>
            <a:r>
              <a:rPr b="0" i="0" lang="ko" sz="800" u="none" cap="none" strike="noStrike">
                <a:solidFill>
                  <a:srgbClr val="004CB3"/>
                </a:solidFill>
                <a:latin typeface="Arial"/>
                <a:ea typeface="Arial"/>
                <a:cs typeface="Arial"/>
                <a:sym typeface="Arial"/>
              </a:rPr>
              <a:t>퍼즐에서 맞은 HP가 그대로 보스전으로 넘어간다.</a:t>
            </a:r>
            <a:endParaRPr sz="500"/>
          </a:p>
          <a:p>
            <a:pPr indent="0" lvl="0" marL="0" marR="0" rtl="0" algn="l">
              <a:lnSpc>
                <a:spcPct val="128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b="0" i="0" lang="ko" sz="800" u="none" cap="none" strike="noStrike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죽으면 </a:t>
            </a:r>
            <a:r>
              <a:rPr b="0" i="0" lang="ko" sz="800" u="none" cap="none" strike="noStrike">
                <a:solidFill>
                  <a:srgbClr val="004CB3"/>
                </a:solidFill>
                <a:latin typeface="Arial"/>
                <a:ea typeface="Arial"/>
                <a:cs typeface="Arial"/>
                <a:sym typeface="Arial"/>
              </a:rPr>
              <a:t>사슬만 끊기고 성장은 남는다</a:t>
            </a:r>
            <a:r>
              <a:rPr b="0" i="0" lang="ko" sz="800" u="none" cap="none" strike="noStrike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 — 빌드를 잃지 않으므로 다시 도전할 이유가 생긴다.</a:t>
            </a:r>
            <a:endParaRPr sz="500"/>
          </a:p>
        </p:txBody>
      </p:sp>
      <p:pic>
        <p:nvPicPr>
          <p:cNvPr id="176" name="Google Shape;176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273796" y="1709316"/>
            <a:ext cx="1849350" cy="328469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7" name="Google Shape;177;p2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133725" y="1709306"/>
            <a:ext cx="1826111" cy="3284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27"/>
          <p:cNvSpPr/>
          <p:nvPr/>
        </p:nvSpPr>
        <p:spPr>
          <a:xfrm>
            <a:off x="267462" y="596646"/>
            <a:ext cx="8613648" cy="4296537"/>
          </a:xfrm>
          <a:prstGeom prst="roundRect">
            <a:avLst>
              <a:gd fmla="val 1117" name="adj"/>
            </a:avLst>
          </a:prstGeom>
          <a:solidFill>
            <a:srgbClr val="FFFFFF"/>
          </a:solidFill>
          <a:ln>
            <a:noFill/>
          </a:ln>
          <a:effectLst>
            <a:outerShdw blurRad="76200" rotWithShape="0" dir="5400000" dist="25400">
              <a:srgbClr val="000000">
                <a:alpha val="9020"/>
              </a:srgbClr>
            </a:outerShdw>
          </a:effectLst>
        </p:spPr>
        <p:txBody>
          <a:bodyPr anchorCtr="0" anchor="ctr" bIns="17150" lIns="34275" spcFirstLastPara="1" rIns="34275" wrap="square" tIns="171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27"/>
          <p:cNvSpPr/>
          <p:nvPr/>
        </p:nvSpPr>
        <p:spPr>
          <a:xfrm>
            <a:off x="267462" y="253746"/>
            <a:ext cx="8613648" cy="318897"/>
          </a:xfrm>
          <a:prstGeom prst="roundRect">
            <a:avLst>
              <a:gd fmla="val 12903" name="adj"/>
            </a:avLst>
          </a:prstGeom>
          <a:solidFill>
            <a:srgbClr val="1D1D1D"/>
          </a:solidFill>
          <a:ln>
            <a:noFill/>
          </a:ln>
        </p:spPr>
        <p:txBody>
          <a:bodyPr anchorCtr="0" anchor="ctr" bIns="17150" lIns="34275" spcFirstLastPara="1" rIns="34275" wrap="square" tIns="171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27"/>
          <p:cNvSpPr txBox="1"/>
          <p:nvPr/>
        </p:nvSpPr>
        <p:spPr>
          <a:xfrm>
            <a:off x="510921" y="322326"/>
            <a:ext cx="2057400" cy="1885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ChainRiposte</a:t>
            </a:r>
            <a:endParaRPr sz="500"/>
          </a:p>
        </p:txBody>
      </p:sp>
      <p:sp>
        <p:nvSpPr>
          <p:cNvPr id="185" name="Google Shape;185;p27"/>
          <p:cNvSpPr txBox="1"/>
          <p:nvPr/>
        </p:nvSpPr>
        <p:spPr>
          <a:xfrm>
            <a:off x="6480810" y="342900"/>
            <a:ext cx="2160270" cy="1543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" sz="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2026-08</a:t>
            </a:r>
            <a:endParaRPr sz="500"/>
          </a:p>
        </p:txBody>
      </p:sp>
      <p:cxnSp>
        <p:nvCxnSpPr>
          <p:cNvPr id="186" name="Google Shape;186;p27"/>
          <p:cNvCxnSpPr/>
          <p:nvPr/>
        </p:nvCxnSpPr>
        <p:spPr>
          <a:xfrm>
            <a:off x="500634" y="4670298"/>
            <a:ext cx="7975854" cy="0"/>
          </a:xfrm>
          <a:prstGeom prst="straightConnector1">
            <a:avLst/>
          </a:prstGeom>
          <a:noFill/>
          <a:ln cap="flat" cmpd="sng" w="13950">
            <a:solidFill>
              <a:srgbClr val="3F3F3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sp>
        <p:nvSpPr>
          <p:cNvPr id="187" name="Google Shape;187;p27"/>
          <p:cNvSpPr txBox="1"/>
          <p:nvPr/>
        </p:nvSpPr>
        <p:spPr>
          <a:xfrm>
            <a:off x="6652260" y="4714875"/>
            <a:ext cx="2023110" cy="1543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" sz="700" u="none" cap="none" strike="noStrike">
                <a:solidFill>
                  <a:srgbClr val="1D1D1D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sz="500"/>
          </a:p>
        </p:txBody>
      </p:sp>
      <p:sp>
        <p:nvSpPr>
          <p:cNvPr id="188" name="Google Shape;188;p27"/>
          <p:cNvSpPr txBox="1"/>
          <p:nvPr/>
        </p:nvSpPr>
        <p:spPr>
          <a:xfrm>
            <a:off x="1443609" y="706374"/>
            <a:ext cx="6257925" cy="46291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" sz="2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판 하나 = 에셋 하나</a:t>
            </a:r>
            <a:endParaRPr sz="500"/>
          </a:p>
        </p:txBody>
      </p:sp>
      <p:cxnSp>
        <p:nvCxnSpPr>
          <p:cNvPr id="189" name="Google Shape;189;p27"/>
          <p:cNvCxnSpPr/>
          <p:nvPr/>
        </p:nvCxnSpPr>
        <p:spPr>
          <a:xfrm>
            <a:off x="493776" y="1248156"/>
            <a:ext cx="8157591" cy="0"/>
          </a:xfrm>
          <a:prstGeom prst="straightConnector1">
            <a:avLst/>
          </a:prstGeom>
          <a:noFill/>
          <a:ln cap="flat" cmpd="sng" w="15875">
            <a:solidFill>
              <a:srgbClr val="3F3F3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sp>
        <p:nvSpPr>
          <p:cNvPr id="190" name="Google Shape;190;p27"/>
          <p:cNvSpPr txBox="1"/>
          <p:nvPr/>
        </p:nvSpPr>
        <p:spPr>
          <a:xfrm>
            <a:off x="891540" y="1378458"/>
            <a:ext cx="7372350" cy="21259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" sz="900" u="none" cap="none" strike="noStrike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밸런스 수치는 코드에 없다. 전부 ScriptableObject 에셋이고, 인스펙터에서 고친다.</a:t>
            </a:r>
            <a:endParaRPr sz="500"/>
          </a:p>
        </p:txBody>
      </p:sp>
      <p:cxnSp>
        <p:nvCxnSpPr>
          <p:cNvPr id="191" name="Google Shape;191;p27"/>
          <p:cNvCxnSpPr/>
          <p:nvPr/>
        </p:nvCxnSpPr>
        <p:spPr>
          <a:xfrm>
            <a:off x="493776" y="1690497"/>
            <a:ext cx="8157591" cy="0"/>
          </a:xfrm>
          <a:prstGeom prst="straightConnector1">
            <a:avLst/>
          </a:prstGeom>
          <a:noFill/>
          <a:ln cap="flat" cmpd="sng" w="15875">
            <a:solidFill>
              <a:srgbClr val="3F3F3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sp>
        <p:nvSpPr>
          <p:cNvPr id="192" name="Google Shape;192;p27"/>
          <p:cNvSpPr/>
          <p:nvPr/>
        </p:nvSpPr>
        <p:spPr>
          <a:xfrm>
            <a:off x="768096" y="1851660"/>
            <a:ext cx="4265676" cy="702945"/>
          </a:xfrm>
          <a:prstGeom prst="roundRect">
            <a:avLst>
              <a:gd fmla="val 6341" name="adj"/>
            </a:avLst>
          </a:prstGeom>
          <a:solidFill>
            <a:srgbClr val="F5F5F5"/>
          </a:solidFill>
          <a:ln cap="flat" cmpd="sng" w="9525">
            <a:solidFill>
              <a:srgbClr val="DDDD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7150" lIns="34275" spcFirstLastPara="1" rIns="34275" wrap="square" tIns="171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27"/>
          <p:cNvSpPr/>
          <p:nvPr/>
        </p:nvSpPr>
        <p:spPr>
          <a:xfrm>
            <a:off x="912114" y="1947672"/>
            <a:ext cx="1183005" cy="325755"/>
          </a:xfrm>
          <a:prstGeom prst="roundRect">
            <a:avLst>
              <a:gd fmla="val 10526" name="adj"/>
            </a:avLst>
          </a:prstGeom>
          <a:solidFill>
            <a:srgbClr val="FFFFFF"/>
          </a:solidFill>
          <a:ln cap="flat" cmpd="sng" w="22850">
            <a:solidFill>
              <a:srgbClr val="0073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34275" spcFirstLastPara="1" rIns="34275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" sz="800" u="none" cap="none" strike="noStrike">
                <a:solidFill>
                  <a:srgbClr val="004CB3"/>
                </a:solidFill>
                <a:latin typeface="Consolas"/>
                <a:ea typeface="Consolas"/>
                <a:cs typeface="Consolas"/>
                <a:sym typeface="Consolas"/>
              </a:rPr>
              <a:t>StageDataSO</a:t>
            </a:r>
            <a:endParaRPr sz="500"/>
          </a:p>
        </p:txBody>
      </p:sp>
      <p:sp>
        <p:nvSpPr>
          <p:cNvPr id="194" name="Google Shape;194;p27"/>
          <p:cNvSpPr txBox="1"/>
          <p:nvPr/>
        </p:nvSpPr>
        <p:spPr>
          <a:xfrm>
            <a:off x="2095119" y="1947672"/>
            <a:ext cx="212598" cy="32575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" sz="1100" u="none" cap="none" strike="noStrike">
                <a:solidFill>
                  <a:srgbClr val="0073FF"/>
                </a:solidFill>
                <a:latin typeface="Arial"/>
                <a:ea typeface="Arial"/>
                <a:cs typeface="Arial"/>
                <a:sym typeface="Arial"/>
              </a:rPr>
              <a:t>→</a:t>
            </a:r>
            <a:endParaRPr sz="500"/>
          </a:p>
        </p:txBody>
      </p:sp>
      <p:sp>
        <p:nvSpPr>
          <p:cNvPr id="195" name="Google Shape;195;p27"/>
          <p:cNvSpPr/>
          <p:nvPr/>
        </p:nvSpPr>
        <p:spPr>
          <a:xfrm>
            <a:off x="2307717" y="1947672"/>
            <a:ext cx="1183005" cy="325755"/>
          </a:xfrm>
          <a:prstGeom prst="roundRect">
            <a:avLst>
              <a:gd fmla="val 10526" name="adj"/>
            </a:avLst>
          </a:prstGeom>
          <a:solidFill>
            <a:srgbClr val="0073FF"/>
          </a:solidFill>
          <a:ln>
            <a:noFill/>
          </a:ln>
        </p:spPr>
        <p:txBody>
          <a:bodyPr anchorCtr="0" anchor="ctr" bIns="0" lIns="34275" spcFirstLastPara="1" rIns="34275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" sz="8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ToConfig()</a:t>
            </a:r>
            <a:endParaRPr sz="500"/>
          </a:p>
        </p:txBody>
      </p:sp>
      <p:sp>
        <p:nvSpPr>
          <p:cNvPr id="196" name="Google Shape;196;p27"/>
          <p:cNvSpPr txBox="1"/>
          <p:nvPr/>
        </p:nvSpPr>
        <p:spPr>
          <a:xfrm>
            <a:off x="3490722" y="1947672"/>
            <a:ext cx="212598" cy="32575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" sz="1100" u="none" cap="none" strike="noStrike">
                <a:solidFill>
                  <a:srgbClr val="0073FF"/>
                </a:solidFill>
                <a:latin typeface="Arial"/>
                <a:ea typeface="Arial"/>
                <a:cs typeface="Arial"/>
                <a:sym typeface="Arial"/>
              </a:rPr>
              <a:t>→</a:t>
            </a:r>
            <a:endParaRPr sz="500"/>
          </a:p>
        </p:txBody>
      </p:sp>
      <p:sp>
        <p:nvSpPr>
          <p:cNvPr id="197" name="Google Shape;197;p27"/>
          <p:cNvSpPr/>
          <p:nvPr/>
        </p:nvSpPr>
        <p:spPr>
          <a:xfrm>
            <a:off x="3703320" y="1947672"/>
            <a:ext cx="1183005" cy="325755"/>
          </a:xfrm>
          <a:prstGeom prst="roundRect">
            <a:avLst>
              <a:gd fmla="val 10526" name="adj"/>
            </a:avLst>
          </a:prstGeom>
          <a:solidFill>
            <a:srgbClr val="FFFFFF"/>
          </a:solidFill>
          <a:ln cap="flat" cmpd="sng" w="22850">
            <a:solidFill>
              <a:srgbClr val="0073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34275" spcFirstLastPara="1" rIns="34275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" sz="800" u="none" cap="none" strike="noStrike">
                <a:solidFill>
                  <a:srgbClr val="004CB3"/>
                </a:solidFill>
                <a:latin typeface="Arial"/>
                <a:ea typeface="Arial"/>
                <a:cs typeface="Arial"/>
                <a:sym typeface="Arial"/>
              </a:rPr>
              <a:t>퍼즐 · 전투 엔진</a:t>
            </a:r>
            <a:endParaRPr sz="500"/>
          </a:p>
        </p:txBody>
      </p:sp>
      <p:sp>
        <p:nvSpPr>
          <p:cNvPr id="198" name="Google Shape;198;p27"/>
          <p:cNvSpPr txBox="1"/>
          <p:nvPr/>
        </p:nvSpPr>
        <p:spPr>
          <a:xfrm>
            <a:off x="912114" y="2318004"/>
            <a:ext cx="397764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" sz="900" u="none" cap="none" strike="noStrike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인스펙터가 다루기 좋은 값을 </a:t>
            </a:r>
            <a:r>
              <a:rPr b="0" i="0" lang="ko" sz="900" u="none" cap="none" strike="noStrike">
                <a:solidFill>
                  <a:srgbClr val="004CB3"/>
                </a:solidFill>
                <a:latin typeface="Arial"/>
                <a:ea typeface="Arial"/>
                <a:cs typeface="Arial"/>
                <a:sym typeface="Arial"/>
              </a:rPr>
              <a:t>엔진이 쓰는 형태로 번역하는 창구가 하나</a:t>
            </a:r>
            <a:r>
              <a:rPr b="0" i="0" lang="ko" sz="900" u="none" cap="none" strike="noStrike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다.</a:t>
            </a:r>
            <a:endParaRPr sz="500"/>
          </a:p>
        </p:txBody>
      </p:sp>
      <p:sp>
        <p:nvSpPr>
          <p:cNvPr id="199" name="Google Shape;199;p27"/>
          <p:cNvSpPr/>
          <p:nvPr/>
        </p:nvSpPr>
        <p:spPr>
          <a:xfrm>
            <a:off x="768096" y="2657475"/>
            <a:ext cx="4265676" cy="977265"/>
          </a:xfrm>
          <a:prstGeom prst="roundRect">
            <a:avLst>
              <a:gd fmla="val 4561" name="adj"/>
            </a:avLst>
          </a:prstGeom>
          <a:solidFill>
            <a:srgbClr val="F5F5F5"/>
          </a:solidFill>
          <a:ln cap="flat" cmpd="sng" w="9525">
            <a:solidFill>
              <a:srgbClr val="DDDD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7150" lIns="34275" spcFirstLastPara="1" rIns="34275" wrap="square" tIns="171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27"/>
          <p:cNvSpPr txBox="1"/>
          <p:nvPr/>
        </p:nvSpPr>
        <p:spPr>
          <a:xfrm>
            <a:off x="905256" y="2794635"/>
            <a:ext cx="3991356" cy="19202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번역은 한 곳에서만</a:t>
            </a:r>
            <a:endParaRPr sz="500"/>
          </a:p>
        </p:txBody>
      </p:sp>
      <p:sp>
        <p:nvSpPr>
          <p:cNvPr id="201" name="Google Shape;201;p27"/>
          <p:cNvSpPr txBox="1"/>
          <p:nvPr/>
        </p:nvSpPr>
        <p:spPr>
          <a:xfrm>
            <a:off x="905256" y="3007233"/>
            <a:ext cx="3991356" cy="49034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" sz="800" u="none" cap="none" strike="noStrike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보드는 </a:t>
            </a:r>
            <a:r>
              <a:rPr b="0" i="0" lang="ko" sz="800" u="none" cap="none" strike="noStrike">
                <a:solidFill>
                  <a:srgbClr val="004CB3"/>
                </a:solidFill>
                <a:latin typeface="Consolas"/>
                <a:ea typeface="Consolas"/>
                <a:cs typeface="Consolas"/>
                <a:sym typeface="Consolas"/>
              </a:rPr>
              <a:t>"OOWOO"</a:t>
            </a:r>
            <a:r>
              <a:rPr b="0" i="0" lang="ko" sz="800" u="none" cap="none" strike="noStrike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 문자열로 그린다 — git diff에 모양이 그대로 보인다.</a:t>
            </a:r>
            <a:endParaRPr sz="500"/>
          </a:p>
          <a:p>
            <a:pPr indent="0" lvl="0" marL="0" marR="0" rtl="0" algn="l">
              <a:lnSpc>
                <a:spcPct val="128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b="0" i="0" lang="ko" sz="800" u="none" cap="none" strike="noStrike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마스크와 벽 좌표로 바꾸면서 </a:t>
            </a:r>
            <a:r>
              <a:rPr b="0" i="0" lang="ko" sz="800" u="none" cap="none" strike="noStrike">
                <a:solidFill>
                  <a:srgbClr val="004CB3"/>
                </a:solidFill>
                <a:latin typeface="Arial"/>
                <a:ea typeface="Arial"/>
                <a:cs typeface="Arial"/>
                <a:sym typeface="Arial"/>
              </a:rPr>
              <a:t>위아래를 뒤집는 곳이 딱 한 군데</a:t>
            </a:r>
            <a:r>
              <a:rPr b="0" i="0" lang="ko" sz="800" u="none" cap="none" strike="noStrike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다. 두 곳에서 뒤집으면 제자리다.</a:t>
            </a:r>
            <a:endParaRPr sz="500"/>
          </a:p>
        </p:txBody>
      </p:sp>
      <p:sp>
        <p:nvSpPr>
          <p:cNvPr id="202" name="Google Shape;202;p27"/>
          <p:cNvSpPr/>
          <p:nvPr/>
        </p:nvSpPr>
        <p:spPr>
          <a:xfrm>
            <a:off x="768096" y="3737610"/>
            <a:ext cx="4265676" cy="874395"/>
          </a:xfrm>
          <a:prstGeom prst="roundRect">
            <a:avLst>
              <a:gd fmla="val 5098" name="adj"/>
            </a:avLst>
          </a:prstGeom>
          <a:solidFill>
            <a:srgbClr val="F5F5F5"/>
          </a:solidFill>
          <a:ln cap="flat" cmpd="sng" w="9525">
            <a:solidFill>
              <a:srgbClr val="DDDD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7150" lIns="34275" spcFirstLastPara="1" rIns="34275" wrap="square" tIns="171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p27"/>
          <p:cNvSpPr txBox="1"/>
          <p:nvPr/>
        </p:nvSpPr>
        <p:spPr>
          <a:xfrm>
            <a:off x="905256" y="3874770"/>
            <a:ext cx="3991356" cy="19202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늘리는 비용이 에셋 1개</a:t>
            </a:r>
            <a:endParaRPr sz="500"/>
          </a:p>
        </p:txBody>
      </p:sp>
      <p:sp>
        <p:nvSpPr>
          <p:cNvPr id="204" name="Google Shape;204;p27"/>
          <p:cNvSpPr txBox="1"/>
          <p:nvPr/>
        </p:nvSpPr>
        <p:spPr>
          <a:xfrm>
            <a:off x="905256" y="4087368"/>
            <a:ext cx="3991356" cy="38747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" sz="800" u="none" cap="none" strike="noStrike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스테이지 · 캐릭터 · 보스 · 타일 — 전부 </a:t>
            </a:r>
            <a:r>
              <a:rPr b="0" i="0" lang="ko" sz="800" u="none" cap="none" strike="noStrike">
                <a:solidFill>
                  <a:srgbClr val="004CB3"/>
                </a:solidFill>
                <a:latin typeface="Arial"/>
                <a:ea typeface="Arial"/>
                <a:cs typeface="Arial"/>
                <a:sym typeface="Arial"/>
              </a:rPr>
              <a:t>에셋 하나 추가</a:t>
            </a:r>
            <a:r>
              <a:rPr b="0" i="0" lang="ko" sz="800" u="none" cap="none" strike="noStrike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로 붙는다.</a:t>
            </a:r>
            <a:endParaRPr sz="500"/>
          </a:p>
          <a:p>
            <a:pPr indent="0" lvl="0" marL="0" marR="0" rtl="0" algn="l">
              <a:lnSpc>
                <a:spcPct val="128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b="0" i="0" lang="ko" sz="800" u="none" cap="none" strike="noStrike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SO </a:t>
            </a:r>
            <a:r>
              <a:rPr b="0" i="0" lang="ko" sz="800" u="none" cap="none" strike="noStrike">
                <a:solidFill>
                  <a:srgbClr val="004CB3"/>
                </a:solidFill>
                <a:latin typeface="Arial"/>
                <a:ea typeface="Arial"/>
                <a:cs typeface="Arial"/>
                <a:sym typeface="Arial"/>
              </a:rPr>
              <a:t>10종</a:t>
            </a:r>
            <a:r>
              <a:rPr b="0" i="0" lang="ko" sz="800" u="none" cap="none" strike="noStrike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 · 데이터 에셋 </a:t>
            </a:r>
            <a:r>
              <a:rPr b="0" i="0" lang="ko" sz="800" u="none" cap="none" strike="noStrike">
                <a:solidFill>
                  <a:srgbClr val="004CB3"/>
                </a:solidFill>
                <a:latin typeface="Arial"/>
                <a:ea typeface="Arial"/>
                <a:cs typeface="Arial"/>
                <a:sym typeface="Arial"/>
              </a:rPr>
              <a:t>20여 개</a:t>
            </a:r>
            <a:r>
              <a:rPr b="0" i="0" lang="ko" sz="800" u="none" cap="none" strike="noStrike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 · 코드에 상수로 박힌 밸런스 </a:t>
            </a:r>
            <a:r>
              <a:rPr b="0" i="0" lang="ko" sz="800" u="none" cap="none" strike="noStrike">
                <a:solidFill>
                  <a:srgbClr val="004CB3"/>
                </a:solidFill>
                <a:latin typeface="Arial"/>
                <a:ea typeface="Arial"/>
                <a:cs typeface="Arial"/>
                <a:sym typeface="Arial"/>
              </a:rPr>
              <a:t>0개</a:t>
            </a:r>
            <a:r>
              <a:rPr b="0" i="0" lang="ko" sz="800" u="none" cap="none" strike="noStrike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sz="500"/>
          </a:p>
        </p:txBody>
      </p:sp>
      <p:pic>
        <p:nvPicPr>
          <p:cNvPr id="205" name="Google Shape;205;p27"/>
          <p:cNvPicPr preferRelativeResize="0"/>
          <p:nvPr/>
        </p:nvPicPr>
        <p:blipFill rotWithShape="1">
          <a:blip r:embed="rId3">
            <a:alphaModFix/>
          </a:blip>
          <a:srcRect b="37079" l="0" r="0" t="0"/>
          <a:stretch/>
        </p:blipFill>
        <p:spPr>
          <a:xfrm>
            <a:off x="5098925" y="1867275"/>
            <a:ext cx="3782174" cy="275844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28"/>
          <p:cNvSpPr/>
          <p:nvPr/>
        </p:nvSpPr>
        <p:spPr>
          <a:xfrm>
            <a:off x="267462" y="596646"/>
            <a:ext cx="8613648" cy="4296537"/>
          </a:xfrm>
          <a:prstGeom prst="roundRect">
            <a:avLst>
              <a:gd fmla="val 1117" name="adj"/>
            </a:avLst>
          </a:prstGeom>
          <a:solidFill>
            <a:srgbClr val="FFFFFF"/>
          </a:solidFill>
          <a:ln>
            <a:noFill/>
          </a:ln>
          <a:effectLst>
            <a:outerShdw blurRad="76200" rotWithShape="0" dir="5400000" dist="25400">
              <a:srgbClr val="000000">
                <a:alpha val="9020"/>
              </a:srgbClr>
            </a:outerShdw>
          </a:effectLst>
        </p:spPr>
        <p:txBody>
          <a:bodyPr anchorCtr="0" anchor="ctr" bIns="17150" lIns="34275" spcFirstLastPara="1" rIns="34275" wrap="square" tIns="171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p28"/>
          <p:cNvSpPr/>
          <p:nvPr/>
        </p:nvSpPr>
        <p:spPr>
          <a:xfrm>
            <a:off x="267462" y="253746"/>
            <a:ext cx="8613648" cy="318897"/>
          </a:xfrm>
          <a:prstGeom prst="roundRect">
            <a:avLst>
              <a:gd fmla="val 12903" name="adj"/>
            </a:avLst>
          </a:prstGeom>
          <a:solidFill>
            <a:srgbClr val="1D1D1D"/>
          </a:solidFill>
          <a:ln>
            <a:noFill/>
          </a:ln>
        </p:spPr>
        <p:txBody>
          <a:bodyPr anchorCtr="0" anchor="ctr" bIns="17150" lIns="34275" spcFirstLastPara="1" rIns="34275" wrap="square" tIns="171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" name="Google Shape;212;p28"/>
          <p:cNvSpPr txBox="1"/>
          <p:nvPr/>
        </p:nvSpPr>
        <p:spPr>
          <a:xfrm>
            <a:off x="510921" y="322326"/>
            <a:ext cx="2057400" cy="1885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ChainRiposte</a:t>
            </a:r>
            <a:endParaRPr sz="500"/>
          </a:p>
        </p:txBody>
      </p:sp>
      <p:sp>
        <p:nvSpPr>
          <p:cNvPr id="213" name="Google Shape;213;p28"/>
          <p:cNvSpPr txBox="1"/>
          <p:nvPr/>
        </p:nvSpPr>
        <p:spPr>
          <a:xfrm>
            <a:off x="6480810" y="342900"/>
            <a:ext cx="2160270" cy="1543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" sz="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2026-08</a:t>
            </a:r>
            <a:endParaRPr sz="500"/>
          </a:p>
        </p:txBody>
      </p:sp>
      <p:cxnSp>
        <p:nvCxnSpPr>
          <p:cNvPr id="214" name="Google Shape;214;p28"/>
          <p:cNvCxnSpPr/>
          <p:nvPr/>
        </p:nvCxnSpPr>
        <p:spPr>
          <a:xfrm>
            <a:off x="500634" y="4670298"/>
            <a:ext cx="7975854" cy="0"/>
          </a:xfrm>
          <a:prstGeom prst="straightConnector1">
            <a:avLst/>
          </a:prstGeom>
          <a:noFill/>
          <a:ln cap="flat" cmpd="sng" w="13950">
            <a:solidFill>
              <a:srgbClr val="3F3F3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sp>
        <p:nvSpPr>
          <p:cNvPr id="215" name="Google Shape;215;p28"/>
          <p:cNvSpPr txBox="1"/>
          <p:nvPr/>
        </p:nvSpPr>
        <p:spPr>
          <a:xfrm>
            <a:off x="6652260" y="4714875"/>
            <a:ext cx="2023110" cy="1543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" sz="700" u="none" cap="none" strike="noStrike">
                <a:solidFill>
                  <a:srgbClr val="1D1D1D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sz="500"/>
          </a:p>
        </p:txBody>
      </p:sp>
      <p:sp>
        <p:nvSpPr>
          <p:cNvPr id="216" name="Google Shape;216;p28"/>
          <p:cNvSpPr txBox="1"/>
          <p:nvPr/>
        </p:nvSpPr>
        <p:spPr>
          <a:xfrm>
            <a:off x="1443609" y="706374"/>
            <a:ext cx="6257925" cy="46291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" sz="2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퍼즐 엔진 — 한 번의 스왑</a:t>
            </a:r>
            <a:endParaRPr sz="500"/>
          </a:p>
        </p:txBody>
      </p:sp>
      <p:cxnSp>
        <p:nvCxnSpPr>
          <p:cNvPr id="217" name="Google Shape;217;p28"/>
          <p:cNvCxnSpPr/>
          <p:nvPr/>
        </p:nvCxnSpPr>
        <p:spPr>
          <a:xfrm>
            <a:off x="493776" y="1248156"/>
            <a:ext cx="8157591" cy="0"/>
          </a:xfrm>
          <a:prstGeom prst="straightConnector1">
            <a:avLst/>
          </a:prstGeom>
          <a:noFill/>
          <a:ln cap="flat" cmpd="sng" w="15875">
            <a:solidFill>
              <a:srgbClr val="3F3F3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sp>
        <p:nvSpPr>
          <p:cNvPr id="218" name="Google Shape;218;p28"/>
          <p:cNvSpPr txBox="1"/>
          <p:nvPr/>
        </p:nvSpPr>
        <p:spPr>
          <a:xfrm>
            <a:off x="891540" y="1378458"/>
            <a:ext cx="73725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" sz="900" u="none" cap="none" strike="noStrike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핵심 구현 ① — 엔진이 결과를 </a:t>
            </a:r>
            <a:r>
              <a:rPr b="1" i="0" lang="ko" sz="900" u="none" cap="none" strike="noStrike">
                <a:solidFill>
                  <a:srgbClr val="212121"/>
                </a:solidFill>
              </a:rPr>
              <a:t>한 번에 끝까지</a:t>
            </a:r>
            <a:r>
              <a:rPr b="0" i="0" lang="ko" sz="900" u="none" cap="none" strike="noStrike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 계산하고, 화면은 그 기록을 재생만 한다.</a:t>
            </a:r>
            <a:endParaRPr sz="500"/>
          </a:p>
        </p:txBody>
      </p:sp>
      <p:cxnSp>
        <p:nvCxnSpPr>
          <p:cNvPr id="219" name="Google Shape;219;p28"/>
          <p:cNvCxnSpPr/>
          <p:nvPr/>
        </p:nvCxnSpPr>
        <p:spPr>
          <a:xfrm>
            <a:off x="493776" y="1690497"/>
            <a:ext cx="8157591" cy="0"/>
          </a:xfrm>
          <a:prstGeom prst="straightConnector1">
            <a:avLst/>
          </a:prstGeom>
          <a:noFill/>
          <a:ln cap="flat" cmpd="sng" w="15875">
            <a:solidFill>
              <a:srgbClr val="3F3F3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sp>
        <p:nvSpPr>
          <p:cNvPr id="220" name="Google Shape;220;p28"/>
          <p:cNvSpPr/>
          <p:nvPr/>
        </p:nvSpPr>
        <p:spPr>
          <a:xfrm>
            <a:off x="5565267" y="1851660"/>
            <a:ext cx="2811780" cy="2760345"/>
          </a:xfrm>
          <a:prstGeom prst="roundRect">
            <a:avLst>
              <a:gd fmla="val 1490" name="adj"/>
            </a:avLst>
          </a:prstGeom>
          <a:solidFill>
            <a:srgbClr val="F5F5F5"/>
          </a:solidFill>
          <a:ln cap="flat" cmpd="sng" w="20300">
            <a:solidFill>
              <a:srgbClr val="B8B8B8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0" lIns="61725" spcFirstLastPara="1" rIns="61725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" sz="1000" u="none" cap="none" strike="noStrike">
                <a:solidFill>
                  <a:srgbClr val="6A6A6A"/>
                </a:solidFill>
                <a:latin typeface="Arial"/>
                <a:ea typeface="Arial"/>
                <a:cs typeface="Arial"/>
                <a:sym typeface="Arial"/>
              </a:rPr>
              <a:t>▶ 영상 5초 — 매치 → 연쇄 → 낙하</a:t>
            </a:r>
            <a:endParaRPr sz="500"/>
          </a:p>
          <a:p>
            <a:pPr indent="0" lvl="0" marL="0" marR="0" rtl="0" algn="ctr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ko" sz="800" u="none" cap="none" strike="noStrike">
                <a:solidFill>
                  <a:srgbClr val="999999"/>
                </a:solidFill>
                <a:latin typeface="Arial"/>
                <a:ea typeface="Arial"/>
                <a:cs typeface="Arial"/>
                <a:sym typeface="Arial"/>
              </a:rPr>
              <a:t>한 번의 스왑이 끝까지 이어지는 장면</a:t>
            </a:r>
            <a:endParaRPr sz="500"/>
          </a:p>
        </p:txBody>
      </p:sp>
      <p:sp>
        <p:nvSpPr>
          <p:cNvPr id="221" name="Google Shape;221;p28"/>
          <p:cNvSpPr txBox="1"/>
          <p:nvPr/>
        </p:nvSpPr>
        <p:spPr>
          <a:xfrm>
            <a:off x="768096" y="1851660"/>
            <a:ext cx="4608576" cy="137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" sz="800" u="none" cap="none" strike="noStrike">
                <a:solidFill>
                  <a:srgbClr val="004CB3"/>
                </a:solidFill>
                <a:latin typeface="Consolas"/>
                <a:ea typeface="Consolas"/>
                <a:cs typeface="Consolas"/>
                <a:sym typeface="Consolas"/>
              </a:rPr>
              <a:t>TrySwap(a, b)</a:t>
            </a:r>
            <a:r>
              <a:rPr b="0" i="0" lang="ko" sz="800" u="none" cap="none" strike="noStrike">
                <a:solidFill>
                  <a:srgbClr val="0073FF"/>
                </a:solidFill>
                <a:latin typeface="Arial"/>
                <a:ea typeface="Arial"/>
                <a:cs typeface="Arial"/>
                <a:sym typeface="Arial"/>
              </a:rPr>
              <a:t> 안에서 도는 순서</a:t>
            </a:r>
            <a:endParaRPr sz="500"/>
          </a:p>
        </p:txBody>
      </p:sp>
      <p:sp>
        <p:nvSpPr>
          <p:cNvPr id="222" name="Google Shape;222;p28"/>
          <p:cNvSpPr/>
          <p:nvPr/>
        </p:nvSpPr>
        <p:spPr>
          <a:xfrm>
            <a:off x="768096" y="2023110"/>
            <a:ext cx="669341" cy="315468"/>
          </a:xfrm>
          <a:prstGeom prst="roundRect">
            <a:avLst>
              <a:gd fmla="val 11956" name="adj"/>
            </a:avLst>
          </a:prstGeom>
          <a:solidFill>
            <a:srgbClr val="F5F5F5"/>
          </a:solidFill>
          <a:ln cap="flat" cmpd="sng" w="9525">
            <a:solidFill>
              <a:srgbClr val="DDDD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61725" spcFirstLastPara="1" rIns="61725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교환</a:t>
            </a:r>
            <a:endParaRPr sz="500"/>
          </a:p>
        </p:txBody>
      </p:sp>
      <p:sp>
        <p:nvSpPr>
          <p:cNvPr id="223" name="Google Shape;223;p28"/>
          <p:cNvSpPr txBox="1"/>
          <p:nvPr/>
        </p:nvSpPr>
        <p:spPr>
          <a:xfrm>
            <a:off x="1437436" y="2023110"/>
            <a:ext cx="212598" cy="3154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" sz="1100" u="none" cap="none" strike="noStrike">
                <a:solidFill>
                  <a:srgbClr val="0073FF"/>
                </a:solidFill>
                <a:latin typeface="Arial"/>
                <a:ea typeface="Arial"/>
                <a:cs typeface="Arial"/>
                <a:sym typeface="Arial"/>
              </a:rPr>
              <a:t>→</a:t>
            </a:r>
            <a:endParaRPr sz="500"/>
          </a:p>
        </p:txBody>
      </p:sp>
      <p:sp>
        <p:nvSpPr>
          <p:cNvPr id="224" name="Google Shape;224;p28"/>
          <p:cNvSpPr/>
          <p:nvPr/>
        </p:nvSpPr>
        <p:spPr>
          <a:xfrm>
            <a:off x="1752904" y="2023110"/>
            <a:ext cx="669341" cy="315468"/>
          </a:xfrm>
          <a:prstGeom prst="roundRect">
            <a:avLst>
              <a:gd fmla="val 11956" name="adj"/>
            </a:avLst>
          </a:prstGeom>
          <a:solidFill>
            <a:srgbClr val="F5F5F5"/>
          </a:solidFill>
          <a:ln cap="flat" cmpd="sng" w="9525">
            <a:solidFill>
              <a:srgbClr val="DDDD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61725" spcFirstLastPara="1" rIns="61725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매치 찾기</a:t>
            </a:r>
            <a:endParaRPr sz="500"/>
          </a:p>
        </p:txBody>
      </p:sp>
      <p:sp>
        <p:nvSpPr>
          <p:cNvPr id="225" name="Google Shape;225;p28"/>
          <p:cNvSpPr txBox="1"/>
          <p:nvPr/>
        </p:nvSpPr>
        <p:spPr>
          <a:xfrm>
            <a:off x="2422245" y="2023110"/>
            <a:ext cx="212598" cy="3154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" sz="1100" u="none" cap="none" strike="noStrike">
                <a:solidFill>
                  <a:srgbClr val="0073FF"/>
                </a:solidFill>
                <a:latin typeface="Arial"/>
                <a:ea typeface="Arial"/>
                <a:cs typeface="Arial"/>
                <a:sym typeface="Arial"/>
              </a:rPr>
              <a:t>→</a:t>
            </a:r>
            <a:endParaRPr sz="500"/>
          </a:p>
        </p:txBody>
      </p:sp>
      <p:sp>
        <p:nvSpPr>
          <p:cNvPr id="226" name="Google Shape;226;p28"/>
          <p:cNvSpPr/>
          <p:nvPr/>
        </p:nvSpPr>
        <p:spPr>
          <a:xfrm>
            <a:off x="2737713" y="2023110"/>
            <a:ext cx="669340" cy="315468"/>
          </a:xfrm>
          <a:prstGeom prst="roundRect">
            <a:avLst>
              <a:gd fmla="val 11956" name="adj"/>
            </a:avLst>
          </a:prstGeom>
          <a:solidFill>
            <a:srgbClr val="F5F5F5"/>
          </a:solidFill>
          <a:ln cap="flat" cmpd="sng" w="9525">
            <a:solidFill>
              <a:srgbClr val="DDDD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61725" spcFirstLastPara="1" rIns="61725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파괴</a:t>
            </a:r>
            <a:endParaRPr sz="500"/>
          </a:p>
        </p:txBody>
      </p:sp>
      <p:sp>
        <p:nvSpPr>
          <p:cNvPr id="227" name="Google Shape;227;p28"/>
          <p:cNvSpPr txBox="1"/>
          <p:nvPr/>
        </p:nvSpPr>
        <p:spPr>
          <a:xfrm>
            <a:off x="3407054" y="2023110"/>
            <a:ext cx="212598" cy="3154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" sz="1100" u="none" cap="none" strike="noStrike">
                <a:solidFill>
                  <a:srgbClr val="0073FF"/>
                </a:solidFill>
                <a:latin typeface="Arial"/>
                <a:ea typeface="Arial"/>
                <a:cs typeface="Arial"/>
                <a:sym typeface="Arial"/>
              </a:rPr>
              <a:t>→</a:t>
            </a:r>
            <a:endParaRPr sz="500"/>
          </a:p>
        </p:txBody>
      </p:sp>
      <p:sp>
        <p:nvSpPr>
          <p:cNvPr id="228" name="Google Shape;228;p28"/>
          <p:cNvSpPr/>
          <p:nvPr/>
        </p:nvSpPr>
        <p:spPr>
          <a:xfrm>
            <a:off x="3722522" y="2023110"/>
            <a:ext cx="669340" cy="315468"/>
          </a:xfrm>
          <a:prstGeom prst="roundRect">
            <a:avLst>
              <a:gd fmla="val 11956" name="adj"/>
            </a:avLst>
          </a:prstGeom>
          <a:solidFill>
            <a:srgbClr val="F5F5F5"/>
          </a:solidFill>
          <a:ln cap="flat" cmpd="sng" w="9525">
            <a:solidFill>
              <a:srgbClr val="DDDD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61725" spcFirstLastPara="1" rIns="61725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중력 · 리필</a:t>
            </a:r>
            <a:endParaRPr sz="500"/>
          </a:p>
        </p:txBody>
      </p:sp>
      <p:sp>
        <p:nvSpPr>
          <p:cNvPr id="229" name="Google Shape;229;p28"/>
          <p:cNvSpPr txBox="1"/>
          <p:nvPr/>
        </p:nvSpPr>
        <p:spPr>
          <a:xfrm>
            <a:off x="4391863" y="2023110"/>
            <a:ext cx="212598" cy="3154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" sz="1100" u="none" cap="none" strike="noStrike">
                <a:solidFill>
                  <a:srgbClr val="0073FF"/>
                </a:solidFill>
                <a:latin typeface="Arial"/>
                <a:ea typeface="Arial"/>
                <a:cs typeface="Arial"/>
                <a:sym typeface="Arial"/>
              </a:rPr>
              <a:t>→</a:t>
            </a:r>
            <a:endParaRPr sz="500"/>
          </a:p>
        </p:txBody>
      </p:sp>
      <p:sp>
        <p:nvSpPr>
          <p:cNvPr id="230" name="Google Shape;230;p28"/>
          <p:cNvSpPr/>
          <p:nvPr/>
        </p:nvSpPr>
        <p:spPr>
          <a:xfrm>
            <a:off x="4707331" y="2023110"/>
            <a:ext cx="669340" cy="315468"/>
          </a:xfrm>
          <a:prstGeom prst="roundRect">
            <a:avLst>
              <a:gd fmla="val 11956" name="adj"/>
            </a:avLst>
          </a:prstGeom>
          <a:solidFill>
            <a:srgbClr val="0073FF"/>
          </a:solidFill>
          <a:ln>
            <a:noFill/>
          </a:ln>
        </p:spPr>
        <p:txBody>
          <a:bodyPr anchorCtr="0" anchor="ctr" bIns="0" lIns="61725" spcFirstLastPara="1" rIns="61725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" sz="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연쇄</a:t>
            </a:r>
            <a:endParaRPr sz="500"/>
          </a:p>
        </p:txBody>
      </p:sp>
      <p:sp>
        <p:nvSpPr>
          <p:cNvPr id="231" name="Google Shape;231;p28"/>
          <p:cNvSpPr/>
          <p:nvPr/>
        </p:nvSpPr>
        <p:spPr>
          <a:xfrm>
            <a:off x="768096" y="2448306"/>
            <a:ext cx="4608576" cy="942975"/>
          </a:xfrm>
          <a:prstGeom prst="roundRect">
            <a:avLst>
              <a:gd fmla="val 4727" name="adj"/>
            </a:avLst>
          </a:prstGeom>
          <a:solidFill>
            <a:srgbClr val="F5F5F5"/>
          </a:solidFill>
          <a:ln cap="flat" cmpd="sng" w="9525">
            <a:solidFill>
              <a:srgbClr val="DDDD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7150" lIns="34275" spcFirstLastPara="1" rIns="34275" wrap="square" tIns="171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" name="Google Shape;232;p28"/>
          <p:cNvSpPr txBox="1"/>
          <p:nvPr/>
        </p:nvSpPr>
        <p:spPr>
          <a:xfrm>
            <a:off x="905256" y="2585466"/>
            <a:ext cx="4334256" cy="19202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매치 찾기 — 런을 모아 합친다</a:t>
            </a:r>
            <a:endParaRPr sz="500"/>
          </a:p>
        </p:txBody>
      </p:sp>
      <p:sp>
        <p:nvSpPr>
          <p:cNvPr id="233" name="Google Shape;233;p28"/>
          <p:cNvSpPr txBox="1"/>
          <p:nvPr/>
        </p:nvSpPr>
        <p:spPr>
          <a:xfrm>
            <a:off x="905256" y="2798064"/>
            <a:ext cx="4334256" cy="45605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" sz="900" u="none" cap="none" strike="noStrike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가로 · 세로를 훑어 </a:t>
            </a:r>
            <a:r>
              <a:rPr b="0" i="0" lang="ko" sz="900" u="none" cap="none" strike="noStrike">
                <a:solidFill>
                  <a:srgbClr val="004CB3"/>
                </a:solidFill>
                <a:latin typeface="Arial"/>
                <a:ea typeface="Arial"/>
                <a:cs typeface="Arial"/>
                <a:sym typeface="Arial"/>
              </a:rPr>
              <a:t>3칸 이상 이어진 런</a:t>
            </a:r>
            <a:r>
              <a:rPr b="0" i="0" lang="ko" sz="900" u="none" cap="none" strike="noStrike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을 모으고, 겹치면 합친다(ㄱ자 · T자).</a:t>
            </a:r>
            <a:endParaRPr sz="500"/>
          </a:p>
          <a:p>
            <a:pPr indent="0" lvl="0" marL="0" marR="0" rtl="0" algn="l">
              <a:lnSpc>
                <a:spcPct val="128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ko" sz="900" u="none" cap="none" strike="noStrike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파괴 목록은 </a:t>
            </a:r>
            <a:r>
              <a:rPr b="0" i="0" lang="ko" sz="800" u="none" cap="none" strike="noStrike">
                <a:solidFill>
                  <a:srgbClr val="004CB3"/>
                </a:solidFill>
                <a:latin typeface="Consolas"/>
                <a:ea typeface="Consolas"/>
                <a:cs typeface="Consolas"/>
                <a:sym typeface="Consolas"/>
              </a:rPr>
              <a:t>HashSet</a:t>
            </a:r>
            <a:r>
              <a:rPr b="0" i="0" lang="ko" sz="900" u="none" cap="none" strike="noStrike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이라 </a:t>
            </a:r>
            <a:r>
              <a:rPr b="0" i="0" lang="ko" sz="900" u="none" cap="none" strike="noStrike">
                <a:solidFill>
                  <a:srgbClr val="004CB3"/>
                </a:solidFill>
                <a:latin typeface="Arial"/>
                <a:ea typeface="Arial"/>
                <a:cs typeface="Arial"/>
                <a:sym typeface="Arial"/>
              </a:rPr>
              <a:t>교차점이 두 번 세어지지 않는다.</a:t>
            </a:r>
            <a:endParaRPr sz="500"/>
          </a:p>
        </p:txBody>
      </p:sp>
      <p:sp>
        <p:nvSpPr>
          <p:cNvPr id="234" name="Google Shape;234;p28"/>
          <p:cNvSpPr/>
          <p:nvPr/>
        </p:nvSpPr>
        <p:spPr>
          <a:xfrm>
            <a:off x="768096" y="3494151"/>
            <a:ext cx="4608576" cy="1117854"/>
          </a:xfrm>
          <a:prstGeom prst="roundRect">
            <a:avLst>
              <a:gd fmla="val 3987" name="adj"/>
            </a:avLst>
          </a:prstGeom>
          <a:solidFill>
            <a:srgbClr val="F5F5F5"/>
          </a:solidFill>
          <a:ln cap="flat" cmpd="sng" w="9525">
            <a:solidFill>
              <a:srgbClr val="DDDD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7150" lIns="34275" spcFirstLastPara="1" rIns="34275" wrap="square" tIns="171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" name="Google Shape;235;p28"/>
          <p:cNvSpPr txBox="1"/>
          <p:nvPr/>
        </p:nvSpPr>
        <p:spPr>
          <a:xfrm>
            <a:off x="905256" y="3631311"/>
            <a:ext cx="4334256" cy="19202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모델 / 뷰 — 완결된 기록을 넘긴다</a:t>
            </a:r>
            <a:endParaRPr sz="500"/>
          </a:p>
        </p:txBody>
      </p:sp>
      <p:sp>
        <p:nvSpPr>
          <p:cNvPr id="236" name="Google Shape;236;p28"/>
          <p:cNvSpPr txBox="1"/>
          <p:nvPr/>
        </p:nvSpPr>
        <p:spPr>
          <a:xfrm>
            <a:off x="905256" y="3843909"/>
            <a:ext cx="4334256" cy="63093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" sz="800" u="none" cap="none" strike="noStrike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매치가 없으면 </a:t>
            </a:r>
            <a:r>
              <a:rPr b="0" i="0" lang="ko" sz="800" u="none" cap="none" strike="noStrike">
                <a:solidFill>
                  <a:srgbClr val="004CB3"/>
                </a:solidFill>
                <a:latin typeface="Arial"/>
                <a:ea typeface="Arial"/>
                <a:cs typeface="Arial"/>
                <a:sym typeface="Arial"/>
              </a:rPr>
              <a:t>그 자리에서 되돌리고 턴도 안 센다</a:t>
            </a:r>
            <a:r>
              <a:rPr b="0" i="0" lang="ko" sz="800" u="none" cap="none" strike="noStrike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 — 그래서 수가 없으면 판이 멈춘다(다음 장).</a:t>
            </a:r>
            <a:endParaRPr sz="500"/>
          </a:p>
          <a:p>
            <a:pPr indent="0" lvl="0" marL="0" marR="0" rtl="0" algn="l">
              <a:lnSpc>
                <a:spcPct val="128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b="0" i="0" lang="ko" sz="800" u="none" cap="none" strike="noStrike">
                <a:solidFill>
                  <a:srgbClr val="004CB3"/>
                </a:solidFill>
                <a:latin typeface="Consolas"/>
                <a:ea typeface="Consolas"/>
                <a:cs typeface="Consolas"/>
                <a:sym typeface="Consolas"/>
              </a:rPr>
              <a:t>SwapResult</a:t>
            </a:r>
            <a:r>
              <a:rPr b="0" i="0" lang="ko" sz="800" u="none" cap="none" strike="noStrike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 하나에 </a:t>
            </a:r>
            <a:r>
              <a:rPr b="0" i="0" lang="ko" sz="800" u="none" cap="none" strike="noStrike">
                <a:solidFill>
                  <a:srgbClr val="004CB3"/>
                </a:solidFill>
                <a:latin typeface="Arial"/>
                <a:ea typeface="Arial"/>
                <a:cs typeface="Arial"/>
                <a:sym typeface="Arial"/>
              </a:rPr>
              <a:t>연쇄 · 낙하 · 기믹</a:t>
            </a:r>
            <a:r>
              <a:rPr b="0" i="0" lang="ko" sz="800" u="none" cap="none" strike="noStrike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이 전부 담긴다. 연출 중에도 </a:t>
            </a:r>
            <a:r>
              <a:rPr b="0" i="0" lang="ko" sz="800" u="none" cap="none" strike="noStrike">
                <a:solidFill>
                  <a:srgbClr val="004CB3"/>
                </a:solidFill>
                <a:latin typeface="Arial"/>
                <a:ea typeface="Arial"/>
                <a:cs typeface="Arial"/>
                <a:sym typeface="Arial"/>
              </a:rPr>
              <a:t>모델은 이미 최종 상태</a:t>
            </a:r>
            <a:r>
              <a:rPr b="0" i="0" lang="ko" sz="800" u="none" cap="none" strike="noStrike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라 건너뛰어도 결과가 같다.</a:t>
            </a:r>
            <a:endParaRPr sz="500"/>
          </a:p>
        </p:txBody>
      </p:sp>
      <p:pic>
        <p:nvPicPr>
          <p:cNvPr id="237" name="Google Shape;237;p28" title="swap-ezgif.com-video-to-gif-converter.gif"/>
          <p:cNvPicPr preferRelativeResize="0"/>
          <p:nvPr/>
        </p:nvPicPr>
        <p:blipFill rotWithShape="1">
          <a:blip r:embed="rId3">
            <a:alphaModFix/>
          </a:blip>
          <a:srcRect b="0" l="26294" r="26166" t="0"/>
          <a:stretch/>
        </p:blipFill>
        <p:spPr>
          <a:xfrm>
            <a:off x="5565275" y="1789950"/>
            <a:ext cx="2811776" cy="33268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29"/>
          <p:cNvSpPr/>
          <p:nvPr/>
        </p:nvSpPr>
        <p:spPr>
          <a:xfrm>
            <a:off x="267462" y="596646"/>
            <a:ext cx="8613648" cy="4296537"/>
          </a:xfrm>
          <a:prstGeom prst="roundRect">
            <a:avLst>
              <a:gd fmla="val 1117" name="adj"/>
            </a:avLst>
          </a:prstGeom>
          <a:solidFill>
            <a:srgbClr val="FFFFFF"/>
          </a:solidFill>
          <a:ln>
            <a:noFill/>
          </a:ln>
          <a:effectLst>
            <a:outerShdw blurRad="76200" rotWithShape="0" dir="5400000" dist="25400">
              <a:srgbClr val="000000">
                <a:alpha val="9020"/>
              </a:srgbClr>
            </a:outerShdw>
          </a:effectLst>
        </p:spPr>
        <p:txBody>
          <a:bodyPr anchorCtr="0" anchor="ctr" bIns="17150" lIns="34275" spcFirstLastPara="1" rIns="34275" wrap="square" tIns="171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3" name="Google Shape;243;p29"/>
          <p:cNvSpPr/>
          <p:nvPr/>
        </p:nvSpPr>
        <p:spPr>
          <a:xfrm>
            <a:off x="267462" y="253746"/>
            <a:ext cx="8613648" cy="318897"/>
          </a:xfrm>
          <a:prstGeom prst="roundRect">
            <a:avLst>
              <a:gd fmla="val 12903" name="adj"/>
            </a:avLst>
          </a:prstGeom>
          <a:solidFill>
            <a:srgbClr val="1D1D1D"/>
          </a:solidFill>
          <a:ln>
            <a:noFill/>
          </a:ln>
        </p:spPr>
        <p:txBody>
          <a:bodyPr anchorCtr="0" anchor="ctr" bIns="17150" lIns="34275" spcFirstLastPara="1" rIns="34275" wrap="square" tIns="171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4" name="Google Shape;244;p29"/>
          <p:cNvSpPr txBox="1"/>
          <p:nvPr/>
        </p:nvSpPr>
        <p:spPr>
          <a:xfrm>
            <a:off x="510921" y="322326"/>
            <a:ext cx="2057400" cy="1885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ChainRiposte</a:t>
            </a:r>
            <a:endParaRPr sz="500"/>
          </a:p>
        </p:txBody>
      </p:sp>
      <p:sp>
        <p:nvSpPr>
          <p:cNvPr id="245" name="Google Shape;245;p29"/>
          <p:cNvSpPr txBox="1"/>
          <p:nvPr/>
        </p:nvSpPr>
        <p:spPr>
          <a:xfrm>
            <a:off x="6480810" y="342900"/>
            <a:ext cx="2160270" cy="1543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" sz="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2026-08</a:t>
            </a:r>
            <a:endParaRPr sz="500"/>
          </a:p>
        </p:txBody>
      </p:sp>
      <p:cxnSp>
        <p:nvCxnSpPr>
          <p:cNvPr id="246" name="Google Shape;246;p29"/>
          <p:cNvCxnSpPr/>
          <p:nvPr/>
        </p:nvCxnSpPr>
        <p:spPr>
          <a:xfrm>
            <a:off x="500634" y="4670298"/>
            <a:ext cx="7975854" cy="0"/>
          </a:xfrm>
          <a:prstGeom prst="straightConnector1">
            <a:avLst/>
          </a:prstGeom>
          <a:noFill/>
          <a:ln cap="flat" cmpd="sng" w="13950">
            <a:solidFill>
              <a:srgbClr val="3F3F3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sp>
        <p:nvSpPr>
          <p:cNvPr id="247" name="Google Shape;247;p29"/>
          <p:cNvSpPr txBox="1"/>
          <p:nvPr/>
        </p:nvSpPr>
        <p:spPr>
          <a:xfrm>
            <a:off x="6652260" y="4714875"/>
            <a:ext cx="2023110" cy="1543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" sz="700" u="none" cap="none" strike="noStrike">
                <a:solidFill>
                  <a:srgbClr val="1D1D1D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sz="500"/>
          </a:p>
        </p:txBody>
      </p:sp>
      <p:sp>
        <p:nvSpPr>
          <p:cNvPr id="248" name="Google Shape;248;p29"/>
          <p:cNvSpPr txBox="1"/>
          <p:nvPr/>
        </p:nvSpPr>
        <p:spPr>
          <a:xfrm>
            <a:off x="1443609" y="706374"/>
            <a:ext cx="6257925" cy="46291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" sz="2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둘 수 있는 수를 전부 센다</a:t>
            </a:r>
            <a:endParaRPr sz="500"/>
          </a:p>
        </p:txBody>
      </p:sp>
      <p:cxnSp>
        <p:nvCxnSpPr>
          <p:cNvPr id="249" name="Google Shape;249;p29"/>
          <p:cNvCxnSpPr/>
          <p:nvPr/>
        </p:nvCxnSpPr>
        <p:spPr>
          <a:xfrm>
            <a:off x="493776" y="1248156"/>
            <a:ext cx="8157591" cy="0"/>
          </a:xfrm>
          <a:prstGeom prst="straightConnector1">
            <a:avLst/>
          </a:prstGeom>
          <a:noFill/>
          <a:ln cap="flat" cmpd="sng" w="15875">
            <a:solidFill>
              <a:srgbClr val="3F3F3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sp>
        <p:nvSpPr>
          <p:cNvPr id="250" name="Google Shape;250;p29"/>
          <p:cNvSpPr txBox="1"/>
          <p:nvPr/>
        </p:nvSpPr>
        <p:spPr>
          <a:xfrm>
            <a:off x="891540" y="1378458"/>
            <a:ext cx="7372350" cy="21259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" sz="900" u="none" cap="none" strike="noStrike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핵심 구현 ② — 매치 없는 스왑은 턴을 안 먹으므로, 수가 0이면 판이 영영 멈춘다.</a:t>
            </a:r>
            <a:endParaRPr sz="500"/>
          </a:p>
        </p:txBody>
      </p:sp>
      <p:cxnSp>
        <p:nvCxnSpPr>
          <p:cNvPr id="251" name="Google Shape;251;p29"/>
          <p:cNvCxnSpPr/>
          <p:nvPr/>
        </p:nvCxnSpPr>
        <p:spPr>
          <a:xfrm>
            <a:off x="493776" y="1690497"/>
            <a:ext cx="8157591" cy="0"/>
          </a:xfrm>
          <a:prstGeom prst="straightConnector1">
            <a:avLst/>
          </a:prstGeom>
          <a:noFill/>
          <a:ln cap="flat" cmpd="sng" w="15875">
            <a:solidFill>
              <a:srgbClr val="3F3F3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sp>
        <p:nvSpPr>
          <p:cNvPr id="252" name="Google Shape;252;p29"/>
          <p:cNvSpPr/>
          <p:nvPr/>
        </p:nvSpPr>
        <p:spPr>
          <a:xfrm>
            <a:off x="768096" y="1851660"/>
            <a:ext cx="3744468" cy="1680210"/>
          </a:xfrm>
          <a:prstGeom prst="roundRect">
            <a:avLst>
              <a:gd fmla="val 2653" name="adj"/>
            </a:avLst>
          </a:prstGeom>
          <a:solidFill>
            <a:srgbClr val="F5F5F5"/>
          </a:solidFill>
          <a:ln cap="flat" cmpd="sng" w="9525">
            <a:solidFill>
              <a:srgbClr val="DDDD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7150" lIns="34275" spcFirstLastPara="1" rIns="34275" wrap="square" tIns="171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3" name="Google Shape;253;p29"/>
          <p:cNvSpPr txBox="1"/>
          <p:nvPr/>
        </p:nvSpPr>
        <p:spPr>
          <a:xfrm>
            <a:off x="922401" y="2005965"/>
            <a:ext cx="3435858" cy="2468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전수 조사 — 스왑 → 판정 → 되돌리기</a:t>
            </a:r>
            <a:endParaRPr sz="500"/>
          </a:p>
        </p:txBody>
      </p:sp>
      <p:sp>
        <p:nvSpPr>
          <p:cNvPr id="254" name="Google Shape;254;p29"/>
          <p:cNvSpPr txBox="1"/>
          <p:nvPr/>
        </p:nvSpPr>
        <p:spPr>
          <a:xfrm>
            <a:off x="922401" y="2287143"/>
            <a:ext cx="3435858" cy="109042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" sz="800" u="none" cap="none" strike="noStrike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후보는 </a:t>
            </a:r>
            <a:r>
              <a:rPr b="0" i="0" lang="ko" sz="800" u="none" cap="none" strike="noStrike">
                <a:solidFill>
                  <a:srgbClr val="004CB3"/>
                </a:solidFill>
                <a:latin typeface="Arial"/>
                <a:ea typeface="Arial"/>
                <a:cs typeface="Arial"/>
                <a:sym typeface="Arial"/>
              </a:rPr>
              <a:t>인접한 두 칸</a:t>
            </a:r>
            <a:r>
              <a:rPr b="0" i="0" lang="ko" sz="800" u="none" cap="none" strike="noStrike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뿐이다. 각 칸에서 </a:t>
            </a:r>
            <a:r>
              <a:rPr b="0" i="0" lang="ko" sz="800" u="none" cap="none" strike="noStrike">
                <a:solidFill>
                  <a:srgbClr val="004CB3"/>
                </a:solidFill>
                <a:latin typeface="Arial"/>
                <a:ea typeface="Arial"/>
                <a:cs typeface="Arial"/>
                <a:sym typeface="Arial"/>
              </a:rPr>
              <a:t>오른쪽 · 위 두 방향만</a:t>
            </a:r>
            <a:r>
              <a:rPr b="0" i="0" lang="ko" sz="800" u="none" cap="none" strike="noStrike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 보면 모든 쌍을 정확히 한 번 센다.</a:t>
            </a:r>
            <a:endParaRPr sz="500"/>
          </a:p>
          <a:p>
            <a:pPr indent="0" lvl="0" marL="0" marR="0" rtl="0" algn="l">
              <a:lnSpc>
                <a:spcPct val="130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b="0" i="0" lang="ko" sz="800" u="none" cap="none" strike="noStrike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실제로 바꿔 보고 판정한 뒤 </a:t>
            </a:r>
            <a:r>
              <a:rPr b="0" i="0" lang="ko" sz="800" u="none" cap="none" strike="noStrike">
                <a:solidFill>
                  <a:srgbClr val="004CB3"/>
                </a:solidFill>
                <a:latin typeface="Arial"/>
                <a:ea typeface="Arial"/>
                <a:cs typeface="Arial"/>
                <a:sym typeface="Arial"/>
              </a:rPr>
              <a:t>원래대로 되돌린다</a:t>
            </a:r>
            <a:r>
              <a:rPr b="0" i="0" lang="ko" sz="800" u="none" cap="none" strike="noStrike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 — 탐색이 보드를 남기지 않는다.</a:t>
            </a:r>
            <a:endParaRPr sz="500"/>
          </a:p>
          <a:p>
            <a:pPr indent="0" lvl="0" marL="0" marR="0" rtl="0" algn="l">
              <a:lnSpc>
                <a:spcPct val="130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b="0" i="0" lang="ko" sz="800" u="none" cap="none" strike="noStrike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판정 기준을 엔진의 실제 스왑과 </a:t>
            </a:r>
            <a:r>
              <a:rPr b="0" i="0" lang="ko" sz="800" u="none" cap="none" strike="noStrike">
                <a:solidFill>
                  <a:srgbClr val="004CB3"/>
                </a:solidFill>
                <a:latin typeface="Arial"/>
                <a:ea typeface="Arial"/>
                <a:cs typeface="Arial"/>
                <a:sym typeface="Arial"/>
              </a:rPr>
              <a:t>같은 함수 하나</a:t>
            </a:r>
            <a:r>
              <a:rPr b="0" i="0" lang="ko" sz="800" u="none" cap="none" strike="noStrike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로 공유한다. 따로 적으면 «둘 수 있다고 했는데 못 두는» 유령 수가 생긴다.</a:t>
            </a:r>
            <a:endParaRPr sz="500"/>
          </a:p>
        </p:txBody>
      </p:sp>
      <p:sp>
        <p:nvSpPr>
          <p:cNvPr id="255" name="Google Shape;255;p29"/>
          <p:cNvSpPr/>
          <p:nvPr/>
        </p:nvSpPr>
        <p:spPr>
          <a:xfrm>
            <a:off x="4632579" y="1851660"/>
            <a:ext cx="3744468" cy="1680210"/>
          </a:xfrm>
          <a:prstGeom prst="roundRect">
            <a:avLst>
              <a:gd fmla="val 2653" name="adj"/>
            </a:avLst>
          </a:prstGeom>
          <a:solidFill>
            <a:srgbClr val="F5F5F5"/>
          </a:solidFill>
          <a:ln cap="flat" cmpd="sng" w="9525">
            <a:solidFill>
              <a:srgbClr val="DDDD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7150" lIns="34275" spcFirstLastPara="1" rIns="34275" wrap="square" tIns="171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6" name="Google Shape;256;p29"/>
          <p:cNvSpPr txBox="1"/>
          <p:nvPr/>
        </p:nvSpPr>
        <p:spPr>
          <a:xfrm>
            <a:off x="4786884" y="2005965"/>
            <a:ext cx="3435858" cy="2468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핵심 최적화 — 전체를 다시 훑지 않는다</a:t>
            </a:r>
            <a:endParaRPr sz="500"/>
          </a:p>
        </p:txBody>
      </p:sp>
      <p:sp>
        <p:nvSpPr>
          <p:cNvPr id="257" name="Google Shape;257;p29"/>
          <p:cNvSpPr txBox="1"/>
          <p:nvPr/>
        </p:nvSpPr>
        <p:spPr>
          <a:xfrm>
            <a:off x="4786884" y="2287143"/>
            <a:ext cx="3435858" cy="109042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" sz="900" u="none" cap="none" strike="noStrike">
                <a:solidFill>
                  <a:srgbClr val="004CB3"/>
                </a:solidFill>
                <a:latin typeface="Arial"/>
                <a:ea typeface="Arial"/>
                <a:cs typeface="Arial"/>
                <a:sym typeface="Arial"/>
              </a:rPr>
              <a:t>전제</a:t>
            </a:r>
            <a:r>
              <a:rPr b="0" i="0" lang="ko" sz="900" u="none" cap="none" strike="noStrike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: 정착이 끝난 보드에는 매치가 하나도 없다.</a:t>
            </a:r>
            <a:endParaRPr sz="500"/>
          </a:p>
          <a:p>
            <a:pPr indent="0" lvl="0" marL="0" marR="0" rtl="0" algn="l">
              <a:lnSpc>
                <a:spcPct val="130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b="0" i="0" lang="ko" sz="900" u="none" cap="none" strike="noStrike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그러면 새 매치는 반드시 </a:t>
            </a:r>
            <a:r>
              <a:rPr b="0" i="0" lang="ko" sz="900" u="none" cap="none" strike="noStrike">
                <a:solidFill>
                  <a:srgbClr val="004CB3"/>
                </a:solidFill>
                <a:latin typeface="Arial"/>
                <a:ea typeface="Arial"/>
                <a:cs typeface="Arial"/>
                <a:sym typeface="Arial"/>
              </a:rPr>
              <a:t>바뀐 두 칸 중 하나를 지난다</a:t>
            </a:r>
            <a:r>
              <a:rPr b="0" i="0" lang="ko" sz="900" u="none" cap="none" strike="noStrike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 → 보드 전체 스캔 대신 그 칸에서 </a:t>
            </a:r>
            <a:r>
              <a:rPr b="0" i="0" lang="ko" sz="900" u="none" cap="none" strike="noStrike">
                <a:solidFill>
                  <a:srgbClr val="004CB3"/>
                </a:solidFill>
                <a:latin typeface="Arial"/>
                <a:ea typeface="Arial"/>
                <a:cs typeface="Arial"/>
                <a:sym typeface="Arial"/>
              </a:rPr>
              <a:t>네 방향으로 같은 종류를 세는</a:t>
            </a:r>
            <a:r>
              <a:rPr b="0" i="0" lang="ko" sz="900" u="none" cap="none" strike="noStrike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 국소 검사면 충분하다.</a:t>
            </a:r>
            <a:endParaRPr sz="500"/>
          </a:p>
          <a:p>
            <a:pPr indent="0" lvl="0" marL="0" marR="0" rtl="0" algn="l">
              <a:lnSpc>
                <a:spcPct val="130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b="0" i="0" lang="ko" sz="900" u="none" cap="none" strike="noStrike">
                <a:solidFill>
                  <a:srgbClr val="004CB3"/>
                </a:solidFill>
                <a:latin typeface="Arial"/>
                <a:ea typeface="Arial"/>
                <a:cs typeface="Arial"/>
                <a:sym typeface="Arial"/>
              </a:rPr>
              <a:t>O(W²H²) → O(W·H·(W+H)).</a:t>
            </a:r>
            <a:r>
              <a:rPr b="0" i="0" lang="ko" sz="900" u="none" cap="none" strike="noStrike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 9×7 보드에서 약 </a:t>
            </a:r>
            <a:r>
              <a:rPr b="0" i="0" lang="ko" sz="900" u="none" cap="none" strike="noStrike">
                <a:solidFill>
                  <a:srgbClr val="004CB3"/>
                </a:solidFill>
                <a:latin typeface="Arial"/>
                <a:ea typeface="Arial"/>
                <a:cs typeface="Arial"/>
                <a:sym typeface="Arial"/>
              </a:rPr>
              <a:t>8,000 → 2,000 연산</a:t>
            </a:r>
            <a:r>
              <a:rPr b="0" i="0" lang="ko" sz="900" u="none" cap="none" strike="noStrike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이고, 매 스왑 끝마다 도는 검사다.</a:t>
            </a:r>
            <a:endParaRPr sz="500"/>
          </a:p>
        </p:txBody>
      </p:sp>
      <p:sp>
        <p:nvSpPr>
          <p:cNvPr id="258" name="Google Shape;258;p29"/>
          <p:cNvSpPr/>
          <p:nvPr/>
        </p:nvSpPr>
        <p:spPr>
          <a:xfrm>
            <a:off x="768096" y="3651885"/>
            <a:ext cx="7608951" cy="960120"/>
          </a:xfrm>
          <a:prstGeom prst="roundRect">
            <a:avLst>
              <a:gd fmla="val 4642" name="adj"/>
            </a:avLst>
          </a:prstGeom>
          <a:solidFill>
            <a:srgbClr val="F5F5F5"/>
          </a:solidFill>
          <a:ln cap="flat" cmpd="sng" w="9525">
            <a:solidFill>
              <a:srgbClr val="DDDD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7150" lIns="34275" spcFirstLastPara="1" rIns="34275" wrap="square" tIns="171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9" name="Google Shape;259;p29"/>
          <p:cNvSpPr txBox="1"/>
          <p:nvPr/>
        </p:nvSpPr>
        <p:spPr>
          <a:xfrm>
            <a:off x="956691" y="3734181"/>
            <a:ext cx="7231761" cy="1783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수가 0이면 — 섞는다 (턴은 소모하지 않는다)</a:t>
            </a:r>
            <a:endParaRPr sz="500"/>
          </a:p>
        </p:txBody>
      </p:sp>
      <p:sp>
        <p:nvSpPr>
          <p:cNvPr id="260" name="Google Shape;260;p29"/>
          <p:cNvSpPr txBox="1"/>
          <p:nvPr/>
        </p:nvSpPr>
        <p:spPr>
          <a:xfrm>
            <a:off x="956691" y="3960495"/>
            <a:ext cx="7231800" cy="433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" sz="800" u="none" cap="none" strike="noStrike">
                <a:solidFill>
                  <a:srgbClr val="004CB3"/>
                </a:solidFill>
                <a:latin typeface="Arial"/>
                <a:ea typeface="Arial"/>
                <a:cs typeface="Arial"/>
                <a:sym typeface="Arial"/>
              </a:rPr>
              <a:t>움직일 수 있는 타일만</a:t>
            </a:r>
            <a:r>
              <a:rPr b="0" i="0" lang="ko" sz="800" u="none" cap="none" strike="noStrike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 모아(벽 · 보스 · 부패 · 사슬은 제자리) </a:t>
            </a:r>
            <a:r>
              <a:rPr b="0" i="0" lang="ko" sz="800" u="none" cap="none" strike="noStrike">
                <a:solidFill>
                  <a:srgbClr val="004CB3"/>
                </a:solidFill>
                <a:latin typeface="Arial"/>
                <a:ea typeface="Arial"/>
                <a:cs typeface="Arial"/>
                <a:sym typeface="Arial"/>
              </a:rPr>
              <a:t>Fisher–Yates</a:t>
            </a:r>
            <a:r>
              <a:rPr b="0" i="0" lang="ko" sz="800" u="none" cap="none" strike="noStrike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로 O(n) 균등 셔플한다. </a:t>
            </a:r>
            <a:endParaRPr b="0" i="0" sz="800" u="none" cap="none" strike="noStrike">
              <a:solidFill>
                <a:srgbClr val="21212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800">
                <a:solidFill>
                  <a:srgbClr val="212121"/>
                </a:solidFill>
              </a:rPr>
              <a:t>이 알고리즘은 마지막 요소부터 시작해서 각 요소를 랜덤하게 선택된 앞쪽 요소와 위치를 교환한다.</a:t>
            </a:r>
            <a:endParaRPr sz="800">
              <a:solidFill>
                <a:srgbClr val="212121"/>
              </a:solidFill>
            </a:endParaRPr>
          </a:p>
          <a:p>
            <a:pPr indent="0" lvl="0" marL="0" marR="0" rtl="0" algn="l"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" sz="800" u="none" cap="none" strike="noStrike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난수를 주입받으므로 같은 </a:t>
            </a:r>
            <a:r>
              <a:rPr lang="ko" sz="800">
                <a:solidFill>
                  <a:srgbClr val="212121"/>
                </a:solidFill>
              </a:rPr>
              <a:t>시드</a:t>
            </a:r>
            <a:r>
              <a:rPr b="0" i="0" lang="ko" sz="800" u="none" cap="none" strike="noStrike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이면 그대로 재현된다.</a:t>
            </a:r>
            <a:endParaRPr sz="5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p30"/>
          <p:cNvSpPr/>
          <p:nvPr/>
        </p:nvSpPr>
        <p:spPr>
          <a:xfrm>
            <a:off x="267462" y="596646"/>
            <a:ext cx="8613648" cy="4296537"/>
          </a:xfrm>
          <a:prstGeom prst="roundRect">
            <a:avLst>
              <a:gd fmla="val 1117" name="adj"/>
            </a:avLst>
          </a:prstGeom>
          <a:solidFill>
            <a:srgbClr val="FFFFFF"/>
          </a:solidFill>
          <a:ln>
            <a:noFill/>
          </a:ln>
          <a:effectLst>
            <a:outerShdw blurRad="76200" rotWithShape="0" dir="5400000" dist="25400">
              <a:srgbClr val="000000">
                <a:alpha val="9020"/>
              </a:srgbClr>
            </a:outerShdw>
          </a:effectLst>
        </p:spPr>
        <p:txBody>
          <a:bodyPr anchorCtr="0" anchor="ctr" bIns="17150" lIns="34275" spcFirstLastPara="1" rIns="34275" wrap="square" tIns="171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6" name="Google Shape;266;p30"/>
          <p:cNvSpPr/>
          <p:nvPr/>
        </p:nvSpPr>
        <p:spPr>
          <a:xfrm>
            <a:off x="267462" y="253746"/>
            <a:ext cx="8613648" cy="318897"/>
          </a:xfrm>
          <a:prstGeom prst="roundRect">
            <a:avLst>
              <a:gd fmla="val 12903" name="adj"/>
            </a:avLst>
          </a:prstGeom>
          <a:solidFill>
            <a:srgbClr val="1D1D1D"/>
          </a:solidFill>
          <a:ln>
            <a:noFill/>
          </a:ln>
        </p:spPr>
        <p:txBody>
          <a:bodyPr anchorCtr="0" anchor="ctr" bIns="17150" lIns="34275" spcFirstLastPara="1" rIns="34275" wrap="square" tIns="171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7" name="Google Shape;267;p30"/>
          <p:cNvSpPr txBox="1"/>
          <p:nvPr/>
        </p:nvSpPr>
        <p:spPr>
          <a:xfrm>
            <a:off x="510921" y="322326"/>
            <a:ext cx="2057400" cy="1885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ChainRiposte</a:t>
            </a:r>
            <a:endParaRPr sz="500"/>
          </a:p>
        </p:txBody>
      </p:sp>
      <p:sp>
        <p:nvSpPr>
          <p:cNvPr id="268" name="Google Shape;268;p30"/>
          <p:cNvSpPr txBox="1"/>
          <p:nvPr/>
        </p:nvSpPr>
        <p:spPr>
          <a:xfrm>
            <a:off x="6480810" y="342900"/>
            <a:ext cx="2160270" cy="1543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" sz="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2026-08</a:t>
            </a:r>
            <a:endParaRPr sz="500"/>
          </a:p>
        </p:txBody>
      </p:sp>
      <p:cxnSp>
        <p:nvCxnSpPr>
          <p:cNvPr id="269" name="Google Shape;269;p30"/>
          <p:cNvCxnSpPr/>
          <p:nvPr/>
        </p:nvCxnSpPr>
        <p:spPr>
          <a:xfrm>
            <a:off x="500634" y="4670298"/>
            <a:ext cx="7975854" cy="0"/>
          </a:xfrm>
          <a:prstGeom prst="straightConnector1">
            <a:avLst/>
          </a:prstGeom>
          <a:noFill/>
          <a:ln cap="flat" cmpd="sng" w="13950">
            <a:solidFill>
              <a:srgbClr val="3F3F3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sp>
        <p:nvSpPr>
          <p:cNvPr id="270" name="Google Shape;270;p30"/>
          <p:cNvSpPr txBox="1"/>
          <p:nvPr/>
        </p:nvSpPr>
        <p:spPr>
          <a:xfrm>
            <a:off x="6652260" y="4714875"/>
            <a:ext cx="2023110" cy="1543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" sz="700" u="none" cap="none" strike="noStrike">
                <a:solidFill>
                  <a:srgbClr val="1D1D1D"/>
                </a:solidFill>
                <a:latin typeface="Arial"/>
                <a:ea typeface="Arial"/>
                <a:cs typeface="Arial"/>
                <a:sym typeface="Arial"/>
              </a:rPr>
              <a:t>6</a:t>
            </a:r>
            <a:endParaRPr sz="500"/>
          </a:p>
        </p:txBody>
      </p:sp>
      <p:sp>
        <p:nvSpPr>
          <p:cNvPr id="271" name="Google Shape;271;p30"/>
          <p:cNvSpPr txBox="1"/>
          <p:nvPr/>
        </p:nvSpPr>
        <p:spPr>
          <a:xfrm>
            <a:off x="1443609" y="706374"/>
            <a:ext cx="6257925" cy="46291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" sz="2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빈칸을 남기지 않는 중력</a:t>
            </a:r>
            <a:endParaRPr sz="500"/>
          </a:p>
        </p:txBody>
      </p:sp>
      <p:cxnSp>
        <p:nvCxnSpPr>
          <p:cNvPr id="272" name="Google Shape;272;p30"/>
          <p:cNvCxnSpPr/>
          <p:nvPr/>
        </p:nvCxnSpPr>
        <p:spPr>
          <a:xfrm>
            <a:off x="493776" y="1248156"/>
            <a:ext cx="8157591" cy="0"/>
          </a:xfrm>
          <a:prstGeom prst="straightConnector1">
            <a:avLst/>
          </a:prstGeom>
          <a:noFill/>
          <a:ln cap="flat" cmpd="sng" w="15875">
            <a:solidFill>
              <a:srgbClr val="3F3F3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sp>
        <p:nvSpPr>
          <p:cNvPr id="273" name="Google Shape;273;p30"/>
          <p:cNvSpPr txBox="1"/>
          <p:nvPr/>
        </p:nvSpPr>
        <p:spPr>
          <a:xfrm>
            <a:off x="891540" y="1378458"/>
            <a:ext cx="7372350" cy="21259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" sz="900" u="none" cap="none" strike="noStrike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핵심 구현 ③ — 벽과 구멍이 뚫린 비정형 보드에서도 성립해야 하는 규칙.</a:t>
            </a:r>
            <a:endParaRPr sz="500"/>
          </a:p>
        </p:txBody>
      </p:sp>
      <p:cxnSp>
        <p:nvCxnSpPr>
          <p:cNvPr id="274" name="Google Shape;274;p30"/>
          <p:cNvCxnSpPr/>
          <p:nvPr/>
        </p:nvCxnSpPr>
        <p:spPr>
          <a:xfrm>
            <a:off x="493776" y="1690497"/>
            <a:ext cx="8157591" cy="0"/>
          </a:xfrm>
          <a:prstGeom prst="straightConnector1">
            <a:avLst/>
          </a:prstGeom>
          <a:noFill/>
          <a:ln cap="flat" cmpd="sng" w="15875">
            <a:solidFill>
              <a:srgbClr val="3F3F3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sp>
        <p:nvSpPr>
          <p:cNvPr id="275" name="Google Shape;275;p30"/>
          <p:cNvSpPr/>
          <p:nvPr/>
        </p:nvSpPr>
        <p:spPr>
          <a:xfrm>
            <a:off x="768096" y="1851660"/>
            <a:ext cx="7608951" cy="418338"/>
          </a:xfrm>
          <a:prstGeom prst="roundRect">
            <a:avLst>
              <a:gd fmla="val 10655" name="adj"/>
            </a:avLst>
          </a:prstGeom>
          <a:solidFill>
            <a:srgbClr val="ECF3FF"/>
          </a:solidFill>
          <a:ln>
            <a:noFill/>
          </a:ln>
        </p:spPr>
        <p:txBody>
          <a:bodyPr anchorCtr="0" anchor="ctr" bIns="17150" lIns="34275" spcFirstLastPara="1" rIns="34275" wrap="square" tIns="171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6" name="Google Shape;276;p30"/>
          <p:cNvSpPr/>
          <p:nvPr/>
        </p:nvSpPr>
        <p:spPr>
          <a:xfrm>
            <a:off x="768096" y="1851660"/>
            <a:ext cx="58293" cy="418338"/>
          </a:xfrm>
          <a:prstGeom prst="rect">
            <a:avLst/>
          </a:prstGeom>
          <a:solidFill>
            <a:srgbClr val="0073FF"/>
          </a:solidFill>
          <a:ln>
            <a:noFill/>
          </a:ln>
        </p:spPr>
        <p:txBody>
          <a:bodyPr anchorCtr="0" anchor="ctr" bIns="17150" lIns="34275" spcFirstLastPara="1" rIns="34275" wrap="square" tIns="171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7" name="Google Shape;277;p30"/>
          <p:cNvSpPr txBox="1"/>
          <p:nvPr/>
        </p:nvSpPr>
        <p:spPr>
          <a:xfrm>
            <a:off x="1059561" y="1927098"/>
            <a:ext cx="7026021" cy="26746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" sz="1200" u="none" cap="none" strike="noStrike">
                <a:solidFill>
                  <a:srgbClr val="004CB3"/>
                </a:solidFill>
                <a:latin typeface="Arial"/>
                <a:ea typeface="Arial"/>
                <a:cs typeface="Arial"/>
                <a:sym typeface="Arial"/>
              </a:rPr>
              <a:t>불변식 — 정착이 끝나면 구멍(X) 이외의 모든 칸이 채워져 있다.</a:t>
            </a:r>
            <a:endParaRPr sz="500"/>
          </a:p>
        </p:txBody>
      </p:sp>
      <p:sp>
        <p:nvSpPr>
          <p:cNvPr id="278" name="Google Shape;278;p30"/>
          <p:cNvSpPr/>
          <p:nvPr/>
        </p:nvSpPr>
        <p:spPr>
          <a:xfrm>
            <a:off x="768096" y="2366010"/>
            <a:ext cx="7608951" cy="1508760"/>
          </a:xfrm>
          <a:prstGeom prst="roundRect">
            <a:avLst>
              <a:gd fmla="val 2954" name="adj"/>
            </a:avLst>
          </a:prstGeom>
          <a:solidFill>
            <a:srgbClr val="F5F5F5"/>
          </a:solidFill>
          <a:ln cap="flat" cmpd="sng" w="9525">
            <a:solidFill>
              <a:srgbClr val="DDDD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7150" lIns="34275" spcFirstLastPara="1" rIns="34275" wrap="square" tIns="171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9" name="Google Shape;279;p30"/>
          <p:cNvSpPr/>
          <p:nvPr/>
        </p:nvSpPr>
        <p:spPr>
          <a:xfrm>
            <a:off x="980694" y="2510028"/>
            <a:ext cx="150876" cy="150876"/>
          </a:xfrm>
          <a:prstGeom prst="rect">
            <a:avLst/>
          </a:prstGeom>
          <a:solidFill>
            <a:srgbClr val="7AB8FF"/>
          </a:solidFill>
          <a:ln cap="flat" cmpd="sng" w="15225">
            <a:solidFill>
              <a:srgbClr val="0073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7150" lIns="34275" spcFirstLastPara="1" rIns="34275" wrap="square" tIns="171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0" name="Google Shape;280;p30"/>
          <p:cNvSpPr/>
          <p:nvPr/>
        </p:nvSpPr>
        <p:spPr>
          <a:xfrm>
            <a:off x="1148715" y="2510028"/>
            <a:ext cx="150876" cy="150876"/>
          </a:xfrm>
          <a:prstGeom prst="rect">
            <a:avLst/>
          </a:prstGeom>
          <a:solidFill>
            <a:srgbClr val="EBEBEB"/>
          </a:solidFill>
          <a:ln cap="flat" cmpd="sng" w="9525">
            <a:solidFill>
              <a:srgbClr val="DDDD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7150" lIns="34275" spcFirstLastPara="1" rIns="34275" wrap="square" tIns="171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1" name="Google Shape;281;p30"/>
          <p:cNvSpPr/>
          <p:nvPr/>
        </p:nvSpPr>
        <p:spPr>
          <a:xfrm>
            <a:off x="1316736" y="2510028"/>
            <a:ext cx="150876" cy="150876"/>
          </a:xfrm>
          <a:prstGeom prst="rect">
            <a:avLst/>
          </a:prstGeom>
          <a:solidFill>
            <a:srgbClr val="EBEBEB"/>
          </a:solidFill>
          <a:ln cap="flat" cmpd="sng" w="9525">
            <a:solidFill>
              <a:srgbClr val="DDDD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7150" lIns="34275" spcFirstLastPara="1" rIns="34275" wrap="square" tIns="171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2" name="Google Shape;282;p30"/>
          <p:cNvSpPr/>
          <p:nvPr/>
        </p:nvSpPr>
        <p:spPr>
          <a:xfrm>
            <a:off x="1484757" y="2510028"/>
            <a:ext cx="150876" cy="150876"/>
          </a:xfrm>
          <a:prstGeom prst="rect">
            <a:avLst/>
          </a:prstGeom>
          <a:solidFill>
            <a:srgbClr val="EBEBEB"/>
          </a:solidFill>
          <a:ln cap="flat" cmpd="sng" w="9525">
            <a:solidFill>
              <a:srgbClr val="DDDD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7150" lIns="34275" spcFirstLastPara="1" rIns="34275" wrap="square" tIns="171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3" name="Google Shape;283;p30"/>
          <p:cNvSpPr/>
          <p:nvPr/>
        </p:nvSpPr>
        <p:spPr>
          <a:xfrm>
            <a:off x="1652778" y="2510028"/>
            <a:ext cx="150876" cy="150876"/>
          </a:xfrm>
          <a:prstGeom prst="rect">
            <a:avLst/>
          </a:prstGeom>
          <a:solidFill>
            <a:srgbClr val="EBEBEB"/>
          </a:solidFill>
          <a:ln cap="flat" cmpd="sng" w="9525">
            <a:solidFill>
              <a:srgbClr val="DDDD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7150" lIns="34275" spcFirstLastPara="1" rIns="34275" wrap="square" tIns="171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4" name="Google Shape;284;p30"/>
          <p:cNvSpPr/>
          <p:nvPr/>
        </p:nvSpPr>
        <p:spPr>
          <a:xfrm>
            <a:off x="1820799" y="2510028"/>
            <a:ext cx="150876" cy="150876"/>
          </a:xfrm>
          <a:prstGeom prst="rect">
            <a:avLst/>
          </a:prstGeom>
          <a:solidFill>
            <a:srgbClr val="EBEBEB"/>
          </a:solidFill>
          <a:ln cap="flat" cmpd="sng" w="9525">
            <a:solidFill>
              <a:srgbClr val="DDDD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7150" lIns="34275" spcFirstLastPara="1" rIns="34275" wrap="square" tIns="171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5" name="Google Shape;285;p30"/>
          <p:cNvSpPr/>
          <p:nvPr/>
        </p:nvSpPr>
        <p:spPr>
          <a:xfrm>
            <a:off x="980694" y="2678049"/>
            <a:ext cx="150876" cy="150876"/>
          </a:xfrm>
          <a:prstGeom prst="rect">
            <a:avLst/>
          </a:prstGeom>
          <a:solidFill>
            <a:srgbClr val="7AB8FF"/>
          </a:solidFill>
          <a:ln cap="flat" cmpd="sng" w="15225">
            <a:solidFill>
              <a:srgbClr val="0073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7150" lIns="34275" spcFirstLastPara="1" rIns="34275" wrap="square" tIns="171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6" name="Google Shape;286;p30"/>
          <p:cNvSpPr/>
          <p:nvPr/>
        </p:nvSpPr>
        <p:spPr>
          <a:xfrm>
            <a:off x="1148715" y="2678049"/>
            <a:ext cx="150876" cy="150876"/>
          </a:xfrm>
          <a:prstGeom prst="rect">
            <a:avLst/>
          </a:prstGeom>
          <a:solidFill>
            <a:srgbClr val="EBEBEB"/>
          </a:solidFill>
          <a:ln cap="flat" cmpd="sng" w="9525">
            <a:solidFill>
              <a:srgbClr val="DDDD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7150" lIns="34275" spcFirstLastPara="1" rIns="34275" wrap="square" tIns="171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7" name="Google Shape;287;p30"/>
          <p:cNvSpPr/>
          <p:nvPr/>
        </p:nvSpPr>
        <p:spPr>
          <a:xfrm>
            <a:off x="1316736" y="2678049"/>
            <a:ext cx="150876" cy="150876"/>
          </a:xfrm>
          <a:prstGeom prst="rect">
            <a:avLst/>
          </a:prstGeom>
          <a:solidFill>
            <a:srgbClr val="EBEBEB"/>
          </a:solidFill>
          <a:ln cap="flat" cmpd="sng" w="9525">
            <a:solidFill>
              <a:srgbClr val="DDDD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7150" lIns="34275" spcFirstLastPara="1" rIns="34275" wrap="square" tIns="171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8" name="Google Shape;288;p30"/>
          <p:cNvSpPr/>
          <p:nvPr/>
        </p:nvSpPr>
        <p:spPr>
          <a:xfrm>
            <a:off x="1484757" y="2678049"/>
            <a:ext cx="150876" cy="150876"/>
          </a:xfrm>
          <a:prstGeom prst="rect">
            <a:avLst/>
          </a:prstGeom>
          <a:solidFill>
            <a:srgbClr val="EBEBEB"/>
          </a:solidFill>
          <a:ln cap="flat" cmpd="sng" w="9525">
            <a:solidFill>
              <a:srgbClr val="DDDD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7150" lIns="34275" spcFirstLastPara="1" rIns="34275" wrap="square" tIns="171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9" name="Google Shape;289;p30"/>
          <p:cNvSpPr/>
          <p:nvPr/>
        </p:nvSpPr>
        <p:spPr>
          <a:xfrm>
            <a:off x="1652778" y="2678049"/>
            <a:ext cx="150876" cy="150876"/>
          </a:xfrm>
          <a:prstGeom prst="rect">
            <a:avLst/>
          </a:prstGeom>
          <a:solidFill>
            <a:srgbClr val="EBEBEB"/>
          </a:solidFill>
          <a:ln cap="flat" cmpd="sng" w="9525">
            <a:solidFill>
              <a:srgbClr val="DDDD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7150" lIns="34275" spcFirstLastPara="1" rIns="34275" wrap="square" tIns="171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0" name="Google Shape;290;p30"/>
          <p:cNvSpPr/>
          <p:nvPr/>
        </p:nvSpPr>
        <p:spPr>
          <a:xfrm>
            <a:off x="1820799" y="2678049"/>
            <a:ext cx="150876" cy="150876"/>
          </a:xfrm>
          <a:prstGeom prst="rect">
            <a:avLst/>
          </a:prstGeom>
          <a:solidFill>
            <a:srgbClr val="EBEBEB"/>
          </a:solidFill>
          <a:ln cap="flat" cmpd="sng" w="9525">
            <a:solidFill>
              <a:srgbClr val="DDDD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7150" lIns="34275" spcFirstLastPara="1" rIns="34275" wrap="square" tIns="171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1" name="Google Shape;291;p30"/>
          <p:cNvSpPr/>
          <p:nvPr/>
        </p:nvSpPr>
        <p:spPr>
          <a:xfrm>
            <a:off x="980694" y="2846070"/>
            <a:ext cx="150876" cy="150876"/>
          </a:xfrm>
          <a:prstGeom prst="rect">
            <a:avLst/>
          </a:prstGeom>
          <a:solidFill>
            <a:srgbClr val="7AB8FF"/>
          </a:solidFill>
          <a:ln cap="flat" cmpd="sng" w="15225">
            <a:solidFill>
              <a:srgbClr val="0073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7150" lIns="34275" spcFirstLastPara="1" rIns="34275" wrap="square" tIns="171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2" name="Google Shape;292;p30"/>
          <p:cNvSpPr/>
          <p:nvPr/>
        </p:nvSpPr>
        <p:spPr>
          <a:xfrm>
            <a:off x="1148715" y="2846070"/>
            <a:ext cx="150876" cy="150876"/>
          </a:xfrm>
          <a:prstGeom prst="rect">
            <a:avLst/>
          </a:prstGeom>
          <a:solidFill>
            <a:srgbClr val="1D1D1D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" sz="5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벽</a:t>
            </a:r>
            <a:endParaRPr sz="500"/>
          </a:p>
        </p:txBody>
      </p:sp>
      <p:sp>
        <p:nvSpPr>
          <p:cNvPr id="293" name="Google Shape;293;p30"/>
          <p:cNvSpPr/>
          <p:nvPr/>
        </p:nvSpPr>
        <p:spPr>
          <a:xfrm>
            <a:off x="1316736" y="2846070"/>
            <a:ext cx="150876" cy="150876"/>
          </a:xfrm>
          <a:prstGeom prst="rect">
            <a:avLst/>
          </a:prstGeom>
          <a:solidFill>
            <a:srgbClr val="1D1D1D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" sz="5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벽</a:t>
            </a:r>
            <a:endParaRPr sz="500"/>
          </a:p>
        </p:txBody>
      </p:sp>
      <p:sp>
        <p:nvSpPr>
          <p:cNvPr id="294" name="Google Shape;294;p30"/>
          <p:cNvSpPr/>
          <p:nvPr/>
        </p:nvSpPr>
        <p:spPr>
          <a:xfrm>
            <a:off x="1484757" y="2846070"/>
            <a:ext cx="150876" cy="150876"/>
          </a:xfrm>
          <a:prstGeom prst="rect">
            <a:avLst/>
          </a:prstGeom>
          <a:solidFill>
            <a:srgbClr val="1D1D1D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" sz="5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벽</a:t>
            </a:r>
            <a:endParaRPr sz="500"/>
          </a:p>
        </p:txBody>
      </p:sp>
      <p:sp>
        <p:nvSpPr>
          <p:cNvPr id="295" name="Google Shape;295;p30"/>
          <p:cNvSpPr/>
          <p:nvPr/>
        </p:nvSpPr>
        <p:spPr>
          <a:xfrm>
            <a:off x="1652778" y="2846070"/>
            <a:ext cx="150876" cy="150876"/>
          </a:xfrm>
          <a:prstGeom prst="rect">
            <a:avLst/>
          </a:prstGeom>
          <a:solidFill>
            <a:srgbClr val="EBEBEB"/>
          </a:solidFill>
          <a:ln cap="flat" cmpd="sng" w="9525">
            <a:solidFill>
              <a:srgbClr val="DDDD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7150" lIns="34275" spcFirstLastPara="1" rIns="34275" wrap="square" tIns="171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6" name="Google Shape;296;p30"/>
          <p:cNvSpPr/>
          <p:nvPr/>
        </p:nvSpPr>
        <p:spPr>
          <a:xfrm>
            <a:off x="1820799" y="2846070"/>
            <a:ext cx="150876" cy="150876"/>
          </a:xfrm>
          <a:prstGeom prst="rect">
            <a:avLst/>
          </a:prstGeom>
          <a:solidFill>
            <a:srgbClr val="EBEBEB"/>
          </a:solidFill>
          <a:ln cap="flat" cmpd="sng" w="9525">
            <a:solidFill>
              <a:srgbClr val="DDDD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7150" lIns="34275" spcFirstLastPara="1" rIns="34275" wrap="square" tIns="171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7" name="Google Shape;297;p30"/>
          <p:cNvSpPr/>
          <p:nvPr/>
        </p:nvSpPr>
        <p:spPr>
          <a:xfrm>
            <a:off x="980694" y="3014091"/>
            <a:ext cx="150876" cy="150876"/>
          </a:xfrm>
          <a:prstGeom prst="rect">
            <a:avLst/>
          </a:prstGeom>
          <a:solidFill>
            <a:srgbClr val="EBEBEB"/>
          </a:solidFill>
          <a:ln cap="flat" cmpd="sng" w="9525">
            <a:solidFill>
              <a:srgbClr val="DDDD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7150" lIns="34275" spcFirstLastPara="1" rIns="34275" wrap="square" tIns="171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8" name="Google Shape;298;p30"/>
          <p:cNvSpPr/>
          <p:nvPr/>
        </p:nvSpPr>
        <p:spPr>
          <a:xfrm>
            <a:off x="1148715" y="3014091"/>
            <a:ext cx="150876" cy="150876"/>
          </a:xfrm>
          <a:prstGeom prst="rect">
            <a:avLst/>
          </a:prstGeom>
          <a:solidFill>
            <a:srgbClr val="7AB8FF"/>
          </a:solidFill>
          <a:ln cap="flat" cmpd="sng" w="15225">
            <a:solidFill>
              <a:srgbClr val="0073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7150" lIns="34275" spcFirstLastPara="1" rIns="34275" wrap="square" tIns="171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9" name="Google Shape;299;p30"/>
          <p:cNvSpPr/>
          <p:nvPr/>
        </p:nvSpPr>
        <p:spPr>
          <a:xfrm>
            <a:off x="1316736" y="3014091"/>
            <a:ext cx="150876" cy="150876"/>
          </a:xfrm>
          <a:prstGeom prst="rect">
            <a:avLst/>
          </a:prstGeom>
          <a:solidFill>
            <a:srgbClr val="FDF0EF"/>
          </a:solidFill>
          <a:ln cap="flat" cmpd="sng" w="20300">
            <a:solidFill>
              <a:srgbClr val="D1362B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17150" lIns="34275" spcFirstLastPara="1" rIns="34275" wrap="square" tIns="171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0" name="Google Shape;300;p30"/>
          <p:cNvSpPr/>
          <p:nvPr/>
        </p:nvSpPr>
        <p:spPr>
          <a:xfrm>
            <a:off x="1484757" y="3014091"/>
            <a:ext cx="150876" cy="150876"/>
          </a:xfrm>
          <a:prstGeom prst="rect">
            <a:avLst/>
          </a:prstGeom>
          <a:solidFill>
            <a:srgbClr val="EBEBEB"/>
          </a:solidFill>
          <a:ln cap="flat" cmpd="sng" w="9525">
            <a:solidFill>
              <a:srgbClr val="DDDD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7150" lIns="34275" spcFirstLastPara="1" rIns="34275" wrap="square" tIns="171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1" name="Google Shape;301;p30"/>
          <p:cNvSpPr/>
          <p:nvPr/>
        </p:nvSpPr>
        <p:spPr>
          <a:xfrm>
            <a:off x="1652778" y="3014091"/>
            <a:ext cx="150876" cy="150876"/>
          </a:xfrm>
          <a:prstGeom prst="rect">
            <a:avLst/>
          </a:prstGeom>
          <a:solidFill>
            <a:srgbClr val="EBEBEB"/>
          </a:solidFill>
          <a:ln cap="flat" cmpd="sng" w="9525">
            <a:solidFill>
              <a:srgbClr val="DDDD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7150" lIns="34275" spcFirstLastPara="1" rIns="34275" wrap="square" tIns="171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2" name="Google Shape;302;p30"/>
          <p:cNvSpPr/>
          <p:nvPr/>
        </p:nvSpPr>
        <p:spPr>
          <a:xfrm>
            <a:off x="1820799" y="3014091"/>
            <a:ext cx="150876" cy="150876"/>
          </a:xfrm>
          <a:prstGeom prst="rect">
            <a:avLst/>
          </a:prstGeom>
          <a:solidFill>
            <a:srgbClr val="EBEBEB"/>
          </a:solidFill>
          <a:ln cap="flat" cmpd="sng" w="9525">
            <a:solidFill>
              <a:srgbClr val="DDDD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7150" lIns="34275" spcFirstLastPara="1" rIns="34275" wrap="square" tIns="171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3" name="Google Shape;303;p30"/>
          <p:cNvSpPr/>
          <p:nvPr/>
        </p:nvSpPr>
        <p:spPr>
          <a:xfrm>
            <a:off x="980694" y="3182112"/>
            <a:ext cx="150876" cy="150876"/>
          </a:xfrm>
          <a:prstGeom prst="rect">
            <a:avLst/>
          </a:prstGeom>
          <a:solidFill>
            <a:srgbClr val="EBEBEB"/>
          </a:solidFill>
          <a:ln cap="flat" cmpd="sng" w="9525">
            <a:solidFill>
              <a:srgbClr val="DDDD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7150" lIns="34275" spcFirstLastPara="1" rIns="34275" wrap="square" tIns="171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4" name="Google Shape;304;p30"/>
          <p:cNvSpPr/>
          <p:nvPr/>
        </p:nvSpPr>
        <p:spPr>
          <a:xfrm>
            <a:off x="1148715" y="3182112"/>
            <a:ext cx="150876" cy="150876"/>
          </a:xfrm>
          <a:prstGeom prst="rect">
            <a:avLst/>
          </a:prstGeom>
          <a:solidFill>
            <a:srgbClr val="EBEBEB"/>
          </a:solidFill>
          <a:ln cap="flat" cmpd="sng" w="9525">
            <a:solidFill>
              <a:srgbClr val="DDDD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7150" lIns="34275" spcFirstLastPara="1" rIns="34275" wrap="square" tIns="171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5" name="Google Shape;305;p30"/>
          <p:cNvSpPr/>
          <p:nvPr/>
        </p:nvSpPr>
        <p:spPr>
          <a:xfrm>
            <a:off x="1316736" y="3182112"/>
            <a:ext cx="150876" cy="150876"/>
          </a:xfrm>
          <a:prstGeom prst="rect">
            <a:avLst/>
          </a:prstGeom>
          <a:solidFill>
            <a:srgbClr val="EBEBEB"/>
          </a:solidFill>
          <a:ln cap="flat" cmpd="sng" w="9525">
            <a:solidFill>
              <a:srgbClr val="DDDD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7150" lIns="34275" spcFirstLastPara="1" rIns="34275" wrap="square" tIns="171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6" name="Google Shape;306;p30"/>
          <p:cNvSpPr/>
          <p:nvPr/>
        </p:nvSpPr>
        <p:spPr>
          <a:xfrm>
            <a:off x="1484757" y="3182112"/>
            <a:ext cx="150876" cy="150876"/>
          </a:xfrm>
          <a:prstGeom prst="rect">
            <a:avLst/>
          </a:prstGeom>
          <a:solidFill>
            <a:srgbClr val="EBEBEB"/>
          </a:solidFill>
          <a:ln cap="flat" cmpd="sng" w="9525">
            <a:solidFill>
              <a:srgbClr val="DDDD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7150" lIns="34275" spcFirstLastPara="1" rIns="34275" wrap="square" tIns="171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7" name="Google Shape;307;p30"/>
          <p:cNvSpPr/>
          <p:nvPr/>
        </p:nvSpPr>
        <p:spPr>
          <a:xfrm>
            <a:off x="1652778" y="3182112"/>
            <a:ext cx="150876" cy="150876"/>
          </a:xfrm>
          <a:prstGeom prst="rect">
            <a:avLst/>
          </a:prstGeom>
          <a:solidFill>
            <a:srgbClr val="EBEBEB"/>
          </a:solidFill>
          <a:ln cap="flat" cmpd="sng" w="9525">
            <a:solidFill>
              <a:srgbClr val="DDDD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7150" lIns="34275" spcFirstLastPara="1" rIns="34275" wrap="square" tIns="171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8" name="Google Shape;308;p30"/>
          <p:cNvSpPr/>
          <p:nvPr/>
        </p:nvSpPr>
        <p:spPr>
          <a:xfrm>
            <a:off x="1820799" y="3182112"/>
            <a:ext cx="150876" cy="150876"/>
          </a:xfrm>
          <a:prstGeom prst="rect">
            <a:avLst/>
          </a:prstGeom>
          <a:solidFill>
            <a:srgbClr val="EBEBEB"/>
          </a:solidFill>
          <a:ln cap="flat" cmpd="sng" w="9525">
            <a:solidFill>
              <a:srgbClr val="DDDD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7150" lIns="34275" spcFirstLastPara="1" rIns="34275" wrap="square" tIns="171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9" name="Google Shape;309;p30"/>
          <p:cNvSpPr txBox="1"/>
          <p:nvPr/>
        </p:nvSpPr>
        <p:spPr>
          <a:xfrm>
            <a:off x="877824" y="3380994"/>
            <a:ext cx="1196721" cy="14401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" sz="800" u="none" cap="none" strike="noStrike">
                <a:solidFill>
                  <a:srgbClr val="5C5C5C"/>
                </a:solidFill>
                <a:latin typeface="Arial"/>
                <a:ea typeface="Arial"/>
                <a:cs typeface="Arial"/>
                <a:sym typeface="Arial"/>
              </a:rPr>
              <a:t>① 갇힌 칸 + 길</a:t>
            </a:r>
            <a:endParaRPr sz="500"/>
          </a:p>
        </p:txBody>
      </p:sp>
      <p:sp>
        <p:nvSpPr>
          <p:cNvPr id="310" name="Google Shape;310;p30"/>
          <p:cNvSpPr txBox="1"/>
          <p:nvPr/>
        </p:nvSpPr>
        <p:spPr>
          <a:xfrm>
            <a:off x="2012823" y="2510028"/>
            <a:ext cx="294894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" sz="1300" u="none" cap="none" strike="noStrike">
                <a:solidFill>
                  <a:srgbClr val="0073FF"/>
                </a:solidFill>
                <a:latin typeface="Arial"/>
                <a:ea typeface="Arial"/>
                <a:cs typeface="Arial"/>
                <a:sym typeface="Arial"/>
              </a:rPr>
              <a:t>→</a:t>
            </a:r>
            <a:endParaRPr sz="500"/>
          </a:p>
        </p:txBody>
      </p:sp>
      <p:sp>
        <p:nvSpPr>
          <p:cNvPr id="311" name="Google Shape;311;p30"/>
          <p:cNvSpPr/>
          <p:nvPr/>
        </p:nvSpPr>
        <p:spPr>
          <a:xfrm>
            <a:off x="2307717" y="2510028"/>
            <a:ext cx="150876" cy="150876"/>
          </a:xfrm>
          <a:prstGeom prst="rect">
            <a:avLst/>
          </a:prstGeom>
          <a:solidFill>
            <a:srgbClr val="FDF0EF"/>
          </a:solidFill>
          <a:ln cap="flat" cmpd="sng" w="20300">
            <a:solidFill>
              <a:srgbClr val="D1362B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17150" lIns="34275" spcFirstLastPara="1" rIns="34275" wrap="square" tIns="171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2" name="Google Shape;312;p30"/>
          <p:cNvSpPr/>
          <p:nvPr/>
        </p:nvSpPr>
        <p:spPr>
          <a:xfrm>
            <a:off x="2475738" y="2510028"/>
            <a:ext cx="150876" cy="150876"/>
          </a:xfrm>
          <a:prstGeom prst="rect">
            <a:avLst/>
          </a:prstGeom>
          <a:solidFill>
            <a:srgbClr val="EBEBEB"/>
          </a:solidFill>
          <a:ln cap="flat" cmpd="sng" w="9525">
            <a:solidFill>
              <a:srgbClr val="DDDD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7150" lIns="34275" spcFirstLastPara="1" rIns="34275" wrap="square" tIns="171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3" name="Google Shape;313;p30"/>
          <p:cNvSpPr/>
          <p:nvPr/>
        </p:nvSpPr>
        <p:spPr>
          <a:xfrm>
            <a:off x="2643759" y="2510028"/>
            <a:ext cx="150876" cy="150876"/>
          </a:xfrm>
          <a:prstGeom prst="rect">
            <a:avLst/>
          </a:prstGeom>
          <a:solidFill>
            <a:srgbClr val="EBEBEB"/>
          </a:solidFill>
          <a:ln cap="flat" cmpd="sng" w="9525">
            <a:solidFill>
              <a:srgbClr val="DDDD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7150" lIns="34275" spcFirstLastPara="1" rIns="34275" wrap="square" tIns="171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4" name="Google Shape;314;p30"/>
          <p:cNvSpPr/>
          <p:nvPr/>
        </p:nvSpPr>
        <p:spPr>
          <a:xfrm>
            <a:off x="2811780" y="2510028"/>
            <a:ext cx="150876" cy="150876"/>
          </a:xfrm>
          <a:prstGeom prst="rect">
            <a:avLst/>
          </a:prstGeom>
          <a:solidFill>
            <a:srgbClr val="EBEBEB"/>
          </a:solidFill>
          <a:ln cap="flat" cmpd="sng" w="9525">
            <a:solidFill>
              <a:srgbClr val="DDDD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7150" lIns="34275" spcFirstLastPara="1" rIns="34275" wrap="square" tIns="171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5" name="Google Shape;315;p30"/>
          <p:cNvSpPr/>
          <p:nvPr/>
        </p:nvSpPr>
        <p:spPr>
          <a:xfrm>
            <a:off x="2979801" y="2510028"/>
            <a:ext cx="150876" cy="150876"/>
          </a:xfrm>
          <a:prstGeom prst="rect">
            <a:avLst/>
          </a:prstGeom>
          <a:solidFill>
            <a:srgbClr val="EBEBEB"/>
          </a:solidFill>
          <a:ln cap="flat" cmpd="sng" w="9525">
            <a:solidFill>
              <a:srgbClr val="DDDD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7150" lIns="34275" spcFirstLastPara="1" rIns="34275" wrap="square" tIns="171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6" name="Google Shape;316;p30"/>
          <p:cNvSpPr/>
          <p:nvPr/>
        </p:nvSpPr>
        <p:spPr>
          <a:xfrm>
            <a:off x="3147822" y="2510028"/>
            <a:ext cx="150876" cy="150876"/>
          </a:xfrm>
          <a:prstGeom prst="rect">
            <a:avLst/>
          </a:prstGeom>
          <a:solidFill>
            <a:srgbClr val="EBEBEB"/>
          </a:solidFill>
          <a:ln cap="flat" cmpd="sng" w="9525">
            <a:solidFill>
              <a:srgbClr val="DDDD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7150" lIns="34275" spcFirstLastPara="1" rIns="34275" wrap="square" tIns="171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7" name="Google Shape;317;p30"/>
          <p:cNvSpPr/>
          <p:nvPr/>
        </p:nvSpPr>
        <p:spPr>
          <a:xfrm>
            <a:off x="2307717" y="2678049"/>
            <a:ext cx="150876" cy="150876"/>
          </a:xfrm>
          <a:prstGeom prst="rect">
            <a:avLst/>
          </a:prstGeom>
          <a:solidFill>
            <a:srgbClr val="EBEBEB"/>
          </a:solidFill>
          <a:ln cap="flat" cmpd="sng" w="9525">
            <a:solidFill>
              <a:srgbClr val="DDDD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7150" lIns="34275" spcFirstLastPara="1" rIns="34275" wrap="square" tIns="171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8" name="Google Shape;318;p30"/>
          <p:cNvSpPr/>
          <p:nvPr/>
        </p:nvSpPr>
        <p:spPr>
          <a:xfrm>
            <a:off x="2475738" y="2678049"/>
            <a:ext cx="150876" cy="150876"/>
          </a:xfrm>
          <a:prstGeom prst="rect">
            <a:avLst/>
          </a:prstGeom>
          <a:solidFill>
            <a:srgbClr val="EBEBEB"/>
          </a:solidFill>
          <a:ln cap="flat" cmpd="sng" w="9525">
            <a:solidFill>
              <a:srgbClr val="DDDD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7150" lIns="34275" spcFirstLastPara="1" rIns="34275" wrap="square" tIns="171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9" name="Google Shape;319;p30"/>
          <p:cNvSpPr/>
          <p:nvPr/>
        </p:nvSpPr>
        <p:spPr>
          <a:xfrm>
            <a:off x="2643759" y="2678049"/>
            <a:ext cx="150876" cy="150876"/>
          </a:xfrm>
          <a:prstGeom prst="rect">
            <a:avLst/>
          </a:prstGeom>
          <a:solidFill>
            <a:srgbClr val="EBEBEB"/>
          </a:solidFill>
          <a:ln cap="flat" cmpd="sng" w="9525">
            <a:solidFill>
              <a:srgbClr val="DDDD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7150" lIns="34275" spcFirstLastPara="1" rIns="34275" wrap="square" tIns="171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0" name="Google Shape;320;p30"/>
          <p:cNvSpPr/>
          <p:nvPr/>
        </p:nvSpPr>
        <p:spPr>
          <a:xfrm>
            <a:off x="2811780" y="2678049"/>
            <a:ext cx="150876" cy="150876"/>
          </a:xfrm>
          <a:prstGeom prst="rect">
            <a:avLst/>
          </a:prstGeom>
          <a:solidFill>
            <a:srgbClr val="EBEBEB"/>
          </a:solidFill>
          <a:ln cap="flat" cmpd="sng" w="9525">
            <a:solidFill>
              <a:srgbClr val="DDDD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7150" lIns="34275" spcFirstLastPara="1" rIns="34275" wrap="square" tIns="171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1" name="Google Shape;321;p30"/>
          <p:cNvSpPr/>
          <p:nvPr/>
        </p:nvSpPr>
        <p:spPr>
          <a:xfrm>
            <a:off x="2979801" y="2678049"/>
            <a:ext cx="150876" cy="150876"/>
          </a:xfrm>
          <a:prstGeom prst="rect">
            <a:avLst/>
          </a:prstGeom>
          <a:solidFill>
            <a:srgbClr val="EBEBEB"/>
          </a:solidFill>
          <a:ln cap="flat" cmpd="sng" w="9525">
            <a:solidFill>
              <a:srgbClr val="DDDD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7150" lIns="34275" spcFirstLastPara="1" rIns="34275" wrap="square" tIns="171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2" name="Google Shape;322;p30"/>
          <p:cNvSpPr/>
          <p:nvPr/>
        </p:nvSpPr>
        <p:spPr>
          <a:xfrm>
            <a:off x="3147822" y="2678049"/>
            <a:ext cx="150876" cy="150876"/>
          </a:xfrm>
          <a:prstGeom prst="rect">
            <a:avLst/>
          </a:prstGeom>
          <a:solidFill>
            <a:srgbClr val="EBEBEB"/>
          </a:solidFill>
          <a:ln cap="flat" cmpd="sng" w="9525">
            <a:solidFill>
              <a:srgbClr val="DDDD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7150" lIns="34275" spcFirstLastPara="1" rIns="34275" wrap="square" tIns="171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3" name="Google Shape;323;p30"/>
          <p:cNvSpPr/>
          <p:nvPr/>
        </p:nvSpPr>
        <p:spPr>
          <a:xfrm>
            <a:off x="2307717" y="2846070"/>
            <a:ext cx="150876" cy="150876"/>
          </a:xfrm>
          <a:prstGeom prst="rect">
            <a:avLst/>
          </a:prstGeom>
          <a:solidFill>
            <a:srgbClr val="EBEBEB"/>
          </a:solidFill>
          <a:ln cap="flat" cmpd="sng" w="9525">
            <a:solidFill>
              <a:srgbClr val="DDDD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7150" lIns="34275" spcFirstLastPara="1" rIns="34275" wrap="square" tIns="171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4" name="Google Shape;324;p30"/>
          <p:cNvSpPr/>
          <p:nvPr/>
        </p:nvSpPr>
        <p:spPr>
          <a:xfrm>
            <a:off x="2475738" y="2846070"/>
            <a:ext cx="150876" cy="150876"/>
          </a:xfrm>
          <a:prstGeom prst="rect">
            <a:avLst/>
          </a:prstGeom>
          <a:solidFill>
            <a:srgbClr val="1D1D1D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" sz="5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벽</a:t>
            </a:r>
            <a:endParaRPr sz="500"/>
          </a:p>
        </p:txBody>
      </p:sp>
      <p:sp>
        <p:nvSpPr>
          <p:cNvPr id="325" name="Google Shape;325;p30"/>
          <p:cNvSpPr/>
          <p:nvPr/>
        </p:nvSpPr>
        <p:spPr>
          <a:xfrm>
            <a:off x="2643759" y="2846070"/>
            <a:ext cx="150876" cy="150876"/>
          </a:xfrm>
          <a:prstGeom prst="rect">
            <a:avLst/>
          </a:prstGeom>
          <a:solidFill>
            <a:srgbClr val="1D1D1D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" sz="5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벽</a:t>
            </a:r>
            <a:endParaRPr sz="500"/>
          </a:p>
        </p:txBody>
      </p:sp>
      <p:sp>
        <p:nvSpPr>
          <p:cNvPr id="326" name="Google Shape;326;p30"/>
          <p:cNvSpPr/>
          <p:nvPr/>
        </p:nvSpPr>
        <p:spPr>
          <a:xfrm>
            <a:off x="2811780" y="2846070"/>
            <a:ext cx="150876" cy="150876"/>
          </a:xfrm>
          <a:prstGeom prst="rect">
            <a:avLst/>
          </a:prstGeom>
          <a:solidFill>
            <a:srgbClr val="1D1D1D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" sz="5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벽</a:t>
            </a:r>
            <a:endParaRPr sz="500"/>
          </a:p>
        </p:txBody>
      </p:sp>
      <p:sp>
        <p:nvSpPr>
          <p:cNvPr id="327" name="Google Shape;327;p30"/>
          <p:cNvSpPr/>
          <p:nvPr/>
        </p:nvSpPr>
        <p:spPr>
          <a:xfrm>
            <a:off x="2979801" y="2846070"/>
            <a:ext cx="150876" cy="150876"/>
          </a:xfrm>
          <a:prstGeom prst="rect">
            <a:avLst/>
          </a:prstGeom>
          <a:solidFill>
            <a:srgbClr val="EBEBEB"/>
          </a:solidFill>
          <a:ln cap="flat" cmpd="sng" w="9525">
            <a:solidFill>
              <a:srgbClr val="DDDD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7150" lIns="34275" spcFirstLastPara="1" rIns="34275" wrap="square" tIns="171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8" name="Google Shape;328;p30"/>
          <p:cNvSpPr/>
          <p:nvPr/>
        </p:nvSpPr>
        <p:spPr>
          <a:xfrm>
            <a:off x="3147822" y="2846070"/>
            <a:ext cx="150876" cy="150876"/>
          </a:xfrm>
          <a:prstGeom prst="rect">
            <a:avLst/>
          </a:prstGeom>
          <a:solidFill>
            <a:srgbClr val="EBEBEB"/>
          </a:solidFill>
          <a:ln cap="flat" cmpd="sng" w="9525">
            <a:solidFill>
              <a:srgbClr val="DDDD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7150" lIns="34275" spcFirstLastPara="1" rIns="34275" wrap="square" tIns="171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9" name="Google Shape;329;p30"/>
          <p:cNvSpPr/>
          <p:nvPr/>
        </p:nvSpPr>
        <p:spPr>
          <a:xfrm>
            <a:off x="2307717" y="3014091"/>
            <a:ext cx="150876" cy="150876"/>
          </a:xfrm>
          <a:prstGeom prst="rect">
            <a:avLst/>
          </a:prstGeom>
          <a:solidFill>
            <a:srgbClr val="EBEBEB"/>
          </a:solidFill>
          <a:ln cap="flat" cmpd="sng" w="9525">
            <a:solidFill>
              <a:srgbClr val="DDDD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7150" lIns="34275" spcFirstLastPara="1" rIns="34275" wrap="square" tIns="171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0" name="Google Shape;330;p30"/>
          <p:cNvSpPr/>
          <p:nvPr/>
        </p:nvSpPr>
        <p:spPr>
          <a:xfrm>
            <a:off x="2475738" y="3014091"/>
            <a:ext cx="150876" cy="150876"/>
          </a:xfrm>
          <a:prstGeom prst="rect">
            <a:avLst/>
          </a:prstGeom>
          <a:solidFill>
            <a:srgbClr val="EBEBEB"/>
          </a:solidFill>
          <a:ln cap="flat" cmpd="sng" w="9525">
            <a:solidFill>
              <a:srgbClr val="DDDD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7150" lIns="34275" spcFirstLastPara="1" rIns="34275" wrap="square" tIns="171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1" name="Google Shape;331;p30"/>
          <p:cNvSpPr/>
          <p:nvPr/>
        </p:nvSpPr>
        <p:spPr>
          <a:xfrm>
            <a:off x="2643759" y="3014091"/>
            <a:ext cx="150876" cy="150876"/>
          </a:xfrm>
          <a:prstGeom prst="rect">
            <a:avLst/>
          </a:prstGeom>
          <a:solidFill>
            <a:srgbClr val="EBEBEB"/>
          </a:solidFill>
          <a:ln cap="flat" cmpd="sng" w="9525">
            <a:solidFill>
              <a:srgbClr val="DDDD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7150" lIns="34275" spcFirstLastPara="1" rIns="34275" wrap="square" tIns="171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2" name="Google Shape;332;p30"/>
          <p:cNvSpPr/>
          <p:nvPr/>
        </p:nvSpPr>
        <p:spPr>
          <a:xfrm>
            <a:off x="2811780" y="3014091"/>
            <a:ext cx="150876" cy="150876"/>
          </a:xfrm>
          <a:prstGeom prst="rect">
            <a:avLst/>
          </a:prstGeom>
          <a:solidFill>
            <a:srgbClr val="EBEBEB"/>
          </a:solidFill>
          <a:ln cap="flat" cmpd="sng" w="9525">
            <a:solidFill>
              <a:srgbClr val="DDDD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7150" lIns="34275" spcFirstLastPara="1" rIns="34275" wrap="square" tIns="171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3" name="Google Shape;333;p30"/>
          <p:cNvSpPr/>
          <p:nvPr/>
        </p:nvSpPr>
        <p:spPr>
          <a:xfrm>
            <a:off x="2979801" y="3014091"/>
            <a:ext cx="150876" cy="150876"/>
          </a:xfrm>
          <a:prstGeom prst="rect">
            <a:avLst/>
          </a:prstGeom>
          <a:solidFill>
            <a:srgbClr val="EBEBEB"/>
          </a:solidFill>
          <a:ln cap="flat" cmpd="sng" w="9525">
            <a:solidFill>
              <a:srgbClr val="DDDD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7150" lIns="34275" spcFirstLastPara="1" rIns="34275" wrap="square" tIns="171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4" name="Google Shape;334;p30"/>
          <p:cNvSpPr/>
          <p:nvPr/>
        </p:nvSpPr>
        <p:spPr>
          <a:xfrm>
            <a:off x="3147822" y="3014091"/>
            <a:ext cx="150876" cy="150876"/>
          </a:xfrm>
          <a:prstGeom prst="rect">
            <a:avLst/>
          </a:prstGeom>
          <a:solidFill>
            <a:srgbClr val="EBEBEB"/>
          </a:solidFill>
          <a:ln cap="flat" cmpd="sng" w="9525">
            <a:solidFill>
              <a:srgbClr val="DDDD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7150" lIns="34275" spcFirstLastPara="1" rIns="34275" wrap="square" tIns="171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5" name="Google Shape;335;p30"/>
          <p:cNvSpPr/>
          <p:nvPr/>
        </p:nvSpPr>
        <p:spPr>
          <a:xfrm>
            <a:off x="2307717" y="3182112"/>
            <a:ext cx="150876" cy="150876"/>
          </a:xfrm>
          <a:prstGeom prst="rect">
            <a:avLst/>
          </a:prstGeom>
          <a:solidFill>
            <a:srgbClr val="EBEBEB"/>
          </a:solidFill>
          <a:ln cap="flat" cmpd="sng" w="9525">
            <a:solidFill>
              <a:srgbClr val="DDDD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7150" lIns="34275" spcFirstLastPara="1" rIns="34275" wrap="square" tIns="171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6" name="Google Shape;336;p30"/>
          <p:cNvSpPr/>
          <p:nvPr/>
        </p:nvSpPr>
        <p:spPr>
          <a:xfrm>
            <a:off x="2475738" y="3182112"/>
            <a:ext cx="150876" cy="150876"/>
          </a:xfrm>
          <a:prstGeom prst="rect">
            <a:avLst/>
          </a:prstGeom>
          <a:solidFill>
            <a:srgbClr val="EBEBEB"/>
          </a:solidFill>
          <a:ln cap="flat" cmpd="sng" w="9525">
            <a:solidFill>
              <a:srgbClr val="DDDD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7150" lIns="34275" spcFirstLastPara="1" rIns="34275" wrap="square" tIns="171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7" name="Google Shape;337;p30"/>
          <p:cNvSpPr/>
          <p:nvPr/>
        </p:nvSpPr>
        <p:spPr>
          <a:xfrm>
            <a:off x="2643759" y="3182112"/>
            <a:ext cx="150876" cy="150876"/>
          </a:xfrm>
          <a:prstGeom prst="rect">
            <a:avLst/>
          </a:prstGeom>
          <a:solidFill>
            <a:srgbClr val="EBEBEB"/>
          </a:solidFill>
          <a:ln cap="flat" cmpd="sng" w="9525">
            <a:solidFill>
              <a:srgbClr val="DDDD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7150" lIns="34275" spcFirstLastPara="1" rIns="34275" wrap="square" tIns="171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8" name="Google Shape;338;p30"/>
          <p:cNvSpPr/>
          <p:nvPr/>
        </p:nvSpPr>
        <p:spPr>
          <a:xfrm>
            <a:off x="2811780" y="3182112"/>
            <a:ext cx="150876" cy="150876"/>
          </a:xfrm>
          <a:prstGeom prst="rect">
            <a:avLst/>
          </a:prstGeom>
          <a:solidFill>
            <a:srgbClr val="EBEBEB"/>
          </a:solidFill>
          <a:ln cap="flat" cmpd="sng" w="9525">
            <a:solidFill>
              <a:srgbClr val="DDDD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7150" lIns="34275" spcFirstLastPara="1" rIns="34275" wrap="square" tIns="171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9" name="Google Shape;339;p30"/>
          <p:cNvSpPr/>
          <p:nvPr/>
        </p:nvSpPr>
        <p:spPr>
          <a:xfrm>
            <a:off x="2979801" y="3182112"/>
            <a:ext cx="150876" cy="150876"/>
          </a:xfrm>
          <a:prstGeom prst="rect">
            <a:avLst/>
          </a:prstGeom>
          <a:solidFill>
            <a:srgbClr val="EBEBEB"/>
          </a:solidFill>
          <a:ln cap="flat" cmpd="sng" w="9525">
            <a:solidFill>
              <a:srgbClr val="DDDD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7150" lIns="34275" spcFirstLastPara="1" rIns="34275" wrap="square" tIns="171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0" name="Google Shape;340;p30"/>
          <p:cNvSpPr/>
          <p:nvPr/>
        </p:nvSpPr>
        <p:spPr>
          <a:xfrm>
            <a:off x="3147822" y="3182112"/>
            <a:ext cx="150876" cy="150876"/>
          </a:xfrm>
          <a:prstGeom prst="rect">
            <a:avLst/>
          </a:prstGeom>
          <a:solidFill>
            <a:srgbClr val="EBEBEB"/>
          </a:solidFill>
          <a:ln cap="flat" cmpd="sng" w="9525">
            <a:solidFill>
              <a:srgbClr val="DDDD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7150" lIns="34275" spcFirstLastPara="1" rIns="34275" wrap="square" tIns="171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1" name="Google Shape;341;p30"/>
          <p:cNvSpPr txBox="1"/>
          <p:nvPr/>
        </p:nvSpPr>
        <p:spPr>
          <a:xfrm>
            <a:off x="2204847" y="3380994"/>
            <a:ext cx="1196721" cy="14401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" sz="800" u="none" cap="none" strike="noStrike">
                <a:solidFill>
                  <a:srgbClr val="5C5C5C"/>
                </a:solidFill>
                <a:latin typeface="Arial"/>
                <a:ea typeface="Arial"/>
                <a:cs typeface="Arial"/>
                <a:sym typeface="Arial"/>
              </a:rPr>
              <a:t>② 한 칸씩 밀었다</a:t>
            </a:r>
            <a:endParaRPr sz="500"/>
          </a:p>
        </p:txBody>
      </p:sp>
      <p:sp>
        <p:nvSpPr>
          <p:cNvPr id="342" name="Google Shape;342;p30"/>
          <p:cNvSpPr txBox="1"/>
          <p:nvPr/>
        </p:nvSpPr>
        <p:spPr>
          <a:xfrm>
            <a:off x="3511296" y="2503170"/>
            <a:ext cx="4625721" cy="12344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" sz="800" u="none" cap="none" strike="noStrike">
                <a:solidFill>
                  <a:srgbClr val="004CB3"/>
                </a:solidFill>
                <a:latin typeface="Arial"/>
                <a:ea typeface="Arial"/>
                <a:cs typeface="Arial"/>
                <a:sym typeface="Arial"/>
              </a:rPr>
              <a:t>① 직선 낙하</a:t>
            </a:r>
            <a:r>
              <a:rPr b="0" i="0" lang="ko" sz="800" u="none" cap="none" strike="noStrike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 — 열 안에서 아래로 압축한다. 구멍은 통과하고 벽 위에는 쌓인다.</a:t>
            </a:r>
            <a:endParaRPr sz="500"/>
          </a:p>
          <a:p>
            <a:pPr indent="0" lvl="0" marL="0" marR="0" rtl="0" algn="l">
              <a:lnSpc>
                <a:spcPct val="128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ko" sz="800" u="none" cap="none" strike="noStrike">
                <a:solidFill>
                  <a:srgbClr val="004CB3"/>
                </a:solidFill>
                <a:latin typeface="Arial"/>
                <a:ea typeface="Arial"/>
                <a:cs typeface="Arial"/>
                <a:sym typeface="Arial"/>
              </a:rPr>
              <a:t>② 대각선 슬라이드</a:t>
            </a:r>
            <a:r>
              <a:rPr b="0" i="0" lang="ko" sz="800" u="none" cap="none" strike="noStrike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 — 벽 그늘에 든 칸은 대각선 위에서 끌어내리고, 벽에 얹혀 못 내려가는 타일은 대각선 아래로 흘려보낸다.</a:t>
            </a:r>
            <a:endParaRPr sz="500"/>
          </a:p>
          <a:p>
            <a:pPr indent="0" lvl="0" marL="0" marR="0" rtl="0" algn="l">
              <a:lnSpc>
                <a:spcPct val="128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ko" sz="800" u="none" cap="none" strike="noStrike">
                <a:solidFill>
                  <a:srgbClr val="004CB3"/>
                </a:solidFill>
                <a:latin typeface="Arial"/>
                <a:ea typeface="Arial"/>
                <a:cs typeface="Arial"/>
                <a:sym typeface="Arial"/>
              </a:rPr>
              <a:t>③ 리필</a:t>
            </a:r>
            <a:r>
              <a:rPr b="0" i="0" lang="ko" sz="800" u="none" cap="none" strike="noStrike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 — 각 열 꼭대기의 </a:t>
            </a:r>
            <a:r>
              <a:rPr b="0" i="0" lang="ko" sz="800" u="none" cap="none" strike="noStrike">
                <a:solidFill>
                  <a:srgbClr val="004CB3"/>
                </a:solidFill>
                <a:latin typeface="Arial"/>
                <a:ea typeface="Arial"/>
                <a:cs typeface="Arial"/>
                <a:sym typeface="Arial"/>
              </a:rPr>
              <a:t>연속된</a:t>
            </a:r>
            <a:r>
              <a:rPr b="0" i="0" lang="ko" sz="800" u="none" cap="none" strike="noStrike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 빈 칸만 새 타일로 채운다(중간 빈 칸은 다음 웨이브의 낙하 몫이다).</a:t>
            </a:r>
            <a:endParaRPr sz="500"/>
          </a:p>
          <a:p>
            <a:pPr indent="0" lvl="0" marL="0" marR="0" rtl="0" algn="l">
              <a:lnSpc>
                <a:spcPct val="128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ko" sz="800" u="none" cap="none" strike="noStrike">
                <a:solidFill>
                  <a:srgbClr val="004CB3"/>
                </a:solidFill>
                <a:latin typeface="Arial"/>
                <a:ea typeface="Arial"/>
                <a:cs typeface="Arial"/>
                <a:sym typeface="Arial"/>
              </a:rPr>
              <a:t>④ 갇힌 칸 끌어오기</a:t>
            </a:r>
            <a:r>
              <a:rPr b="0" i="0" lang="ko" sz="800" u="none" cap="none" strike="noStrike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 — ①~③이 전부 멈췄는데 빈 칸이 남으면, 그 칸에서 </a:t>
            </a:r>
            <a:r>
              <a:rPr b="0" i="0" lang="ko" sz="800" u="none" cap="none" strike="noStrike">
                <a:solidFill>
                  <a:srgbClr val="004CB3"/>
                </a:solidFill>
                <a:latin typeface="Arial"/>
                <a:ea typeface="Arial"/>
                <a:cs typeface="Arial"/>
                <a:sym typeface="Arial"/>
              </a:rPr>
              <a:t>리필이 닿는 자리까지 8방향 너비 우선 탐색</a:t>
            </a:r>
            <a:r>
              <a:rPr b="0" i="0" lang="ko" sz="800" u="none" cap="none" strike="noStrike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으로 최단 경로를 찾아 길 위의 타일을 한 칸씩 민다. </a:t>
            </a:r>
            <a:r>
              <a:rPr b="0" i="0" lang="ko" sz="800" u="none" cap="none" strike="noStrike">
                <a:solidFill>
                  <a:srgbClr val="004CB3"/>
                </a:solidFill>
                <a:latin typeface="Arial"/>
                <a:ea typeface="Arial"/>
                <a:cs typeface="Arial"/>
                <a:sym typeface="Arial"/>
              </a:rPr>
              <a:t>구멍이 반대로 꼭대기까지 걸어 올라간다.</a:t>
            </a:r>
            <a:endParaRPr sz="500"/>
          </a:p>
        </p:txBody>
      </p:sp>
      <p:sp>
        <p:nvSpPr>
          <p:cNvPr id="343" name="Google Shape;343;p30"/>
          <p:cNvSpPr/>
          <p:nvPr/>
        </p:nvSpPr>
        <p:spPr>
          <a:xfrm>
            <a:off x="768096" y="3970782"/>
            <a:ext cx="7608951" cy="641223"/>
          </a:xfrm>
          <a:prstGeom prst="roundRect">
            <a:avLst>
              <a:gd fmla="val 6951" name="adj"/>
            </a:avLst>
          </a:prstGeom>
          <a:solidFill>
            <a:srgbClr val="F5F5F5"/>
          </a:solidFill>
          <a:ln cap="flat" cmpd="sng" w="9525">
            <a:solidFill>
              <a:srgbClr val="DDDD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7150" lIns="34275" spcFirstLastPara="1" rIns="34275" wrap="square" tIns="171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4" name="Google Shape;344;p30"/>
          <p:cNvSpPr/>
          <p:nvPr/>
        </p:nvSpPr>
        <p:spPr>
          <a:xfrm>
            <a:off x="956691" y="4167950"/>
            <a:ext cx="754380" cy="246888"/>
          </a:xfrm>
          <a:prstGeom prst="roundRect">
            <a:avLst>
              <a:gd fmla="val 13888" name="adj"/>
            </a:avLst>
          </a:prstGeom>
          <a:solidFill>
            <a:srgbClr val="0073FF"/>
          </a:solidFill>
          <a:ln>
            <a:noFill/>
          </a:ln>
        </p:spPr>
        <p:txBody>
          <a:bodyPr anchorCtr="0" anchor="ctr" bIns="0" lIns="61725" spcFirstLastPara="1" rIns="61725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" sz="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실측</a:t>
            </a:r>
            <a:endParaRPr sz="500"/>
          </a:p>
        </p:txBody>
      </p:sp>
      <p:sp>
        <p:nvSpPr>
          <p:cNvPr id="345" name="Google Shape;345;p30"/>
          <p:cNvSpPr txBox="1"/>
          <p:nvPr/>
        </p:nvSpPr>
        <p:spPr>
          <a:xfrm>
            <a:off x="1899666" y="4039362"/>
            <a:ext cx="1371600" cy="50406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99.08%</a:t>
            </a:r>
            <a:endParaRPr sz="500"/>
          </a:p>
        </p:txBody>
      </p:sp>
      <p:sp>
        <p:nvSpPr>
          <p:cNvPr id="346" name="Google Shape;346;p30"/>
          <p:cNvSpPr txBox="1"/>
          <p:nvPr/>
        </p:nvSpPr>
        <p:spPr>
          <a:xfrm>
            <a:off x="3442716" y="4039362"/>
            <a:ext cx="4728591" cy="50406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" sz="900" u="none" cap="none" strike="noStrike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갇힌 칸의 </a:t>
            </a:r>
            <a:r>
              <a:rPr b="0" i="0" lang="ko" sz="900" u="none" cap="none" strike="noStrike">
                <a:solidFill>
                  <a:srgbClr val="004CB3"/>
                </a:solidFill>
                <a:latin typeface="Arial"/>
                <a:ea typeface="Arial"/>
                <a:cs typeface="Arial"/>
                <a:sym typeface="Arial"/>
              </a:rPr>
              <a:t>99.08%가 끌어오기로</a:t>
            </a:r>
            <a:r>
              <a:rPr b="0" i="0" lang="ko" sz="900" u="none" cap="none" strike="noStrike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 메워진다 · 제자리 생성은 </a:t>
            </a:r>
            <a:r>
              <a:rPr b="0" i="0" lang="ko" sz="900" u="none" cap="none" strike="noStrike">
                <a:solidFill>
                  <a:srgbClr val="004CB3"/>
                </a:solidFill>
                <a:latin typeface="Arial"/>
                <a:ea typeface="Arial"/>
                <a:cs typeface="Arial"/>
                <a:sym typeface="Arial"/>
              </a:rPr>
              <a:t>0.92%</a:t>
            </a:r>
            <a:r>
              <a:rPr b="0" i="0" lang="ko" sz="900" u="none" cap="none" strike="noStrike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(벽 · 보드 끝에 완전히 둘러싸여 길조차 없는 칸)  ·  경로 탐색은 </a:t>
            </a:r>
            <a:r>
              <a:rPr b="0" i="0" lang="ko" sz="800" u="none" cap="none" strike="noStrike">
                <a:solidFill>
                  <a:srgbClr val="004CB3"/>
                </a:solidFill>
                <a:latin typeface="Consolas"/>
                <a:ea typeface="Consolas"/>
                <a:cs typeface="Consolas"/>
                <a:sym typeface="Consolas"/>
              </a:rPr>
              <a:t>Queue</a:t>
            </a:r>
            <a:r>
              <a:rPr b="0" i="0" lang="ko" sz="900" u="none" cap="none" strike="noStrike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 + 「어디서 왔는가」 사전으로 되짚어 만든다</a:t>
            </a:r>
            <a:endParaRPr sz="5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0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Google Shape;351;p31"/>
          <p:cNvSpPr/>
          <p:nvPr/>
        </p:nvSpPr>
        <p:spPr>
          <a:xfrm>
            <a:off x="267462" y="596646"/>
            <a:ext cx="8613648" cy="4296537"/>
          </a:xfrm>
          <a:prstGeom prst="roundRect">
            <a:avLst>
              <a:gd fmla="val 1117" name="adj"/>
            </a:avLst>
          </a:prstGeom>
          <a:solidFill>
            <a:srgbClr val="FFFFFF"/>
          </a:solidFill>
          <a:ln>
            <a:noFill/>
          </a:ln>
          <a:effectLst>
            <a:outerShdw blurRad="76200" rotWithShape="0" dir="5400000" dist="25400">
              <a:srgbClr val="000000">
                <a:alpha val="9020"/>
              </a:srgbClr>
            </a:outerShdw>
          </a:effectLst>
        </p:spPr>
        <p:txBody>
          <a:bodyPr anchorCtr="0" anchor="ctr" bIns="17150" lIns="34275" spcFirstLastPara="1" rIns="34275" wrap="square" tIns="171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2" name="Google Shape;352;p31"/>
          <p:cNvSpPr/>
          <p:nvPr/>
        </p:nvSpPr>
        <p:spPr>
          <a:xfrm>
            <a:off x="267462" y="253746"/>
            <a:ext cx="8613648" cy="318897"/>
          </a:xfrm>
          <a:prstGeom prst="roundRect">
            <a:avLst>
              <a:gd fmla="val 12903" name="adj"/>
            </a:avLst>
          </a:prstGeom>
          <a:solidFill>
            <a:srgbClr val="1D1D1D"/>
          </a:solidFill>
          <a:ln>
            <a:noFill/>
          </a:ln>
        </p:spPr>
        <p:txBody>
          <a:bodyPr anchorCtr="0" anchor="ctr" bIns="17150" lIns="34275" spcFirstLastPara="1" rIns="34275" wrap="square" tIns="171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3" name="Google Shape;353;p31"/>
          <p:cNvSpPr txBox="1"/>
          <p:nvPr/>
        </p:nvSpPr>
        <p:spPr>
          <a:xfrm>
            <a:off x="510921" y="322326"/>
            <a:ext cx="2057400" cy="1885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ChainRiposte</a:t>
            </a:r>
            <a:endParaRPr sz="500"/>
          </a:p>
        </p:txBody>
      </p:sp>
      <p:sp>
        <p:nvSpPr>
          <p:cNvPr id="354" name="Google Shape;354;p31"/>
          <p:cNvSpPr txBox="1"/>
          <p:nvPr/>
        </p:nvSpPr>
        <p:spPr>
          <a:xfrm>
            <a:off x="6480810" y="342900"/>
            <a:ext cx="2160270" cy="1543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" sz="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2026-08</a:t>
            </a:r>
            <a:endParaRPr sz="500"/>
          </a:p>
        </p:txBody>
      </p:sp>
      <p:cxnSp>
        <p:nvCxnSpPr>
          <p:cNvPr id="355" name="Google Shape;355;p31"/>
          <p:cNvCxnSpPr/>
          <p:nvPr/>
        </p:nvCxnSpPr>
        <p:spPr>
          <a:xfrm>
            <a:off x="500634" y="4670298"/>
            <a:ext cx="7975854" cy="0"/>
          </a:xfrm>
          <a:prstGeom prst="straightConnector1">
            <a:avLst/>
          </a:prstGeom>
          <a:noFill/>
          <a:ln cap="flat" cmpd="sng" w="13950">
            <a:solidFill>
              <a:srgbClr val="3F3F3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sp>
        <p:nvSpPr>
          <p:cNvPr id="356" name="Google Shape;356;p31"/>
          <p:cNvSpPr txBox="1"/>
          <p:nvPr/>
        </p:nvSpPr>
        <p:spPr>
          <a:xfrm>
            <a:off x="6652260" y="4714875"/>
            <a:ext cx="2023110" cy="1543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" sz="700" u="none" cap="none" strike="noStrike">
                <a:solidFill>
                  <a:srgbClr val="1D1D1D"/>
                </a:solidFill>
                <a:latin typeface="Arial"/>
                <a:ea typeface="Arial"/>
                <a:cs typeface="Arial"/>
                <a:sym typeface="Arial"/>
              </a:rPr>
              <a:t>7</a:t>
            </a:r>
            <a:endParaRPr sz="500"/>
          </a:p>
        </p:txBody>
      </p:sp>
      <p:sp>
        <p:nvSpPr>
          <p:cNvPr id="357" name="Google Shape;357;p31"/>
          <p:cNvSpPr txBox="1"/>
          <p:nvPr/>
        </p:nvSpPr>
        <p:spPr>
          <a:xfrm>
            <a:off x="1443609" y="706374"/>
            <a:ext cx="6257925" cy="46291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" sz="2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2차원 격자를 저장하는 법</a:t>
            </a:r>
            <a:endParaRPr sz="500"/>
          </a:p>
        </p:txBody>
      </p:sp>
      <p:cxnSp>
        <p:nvCxnSpPr>
          <p:cNvPr id="358" name="Google Shape;358;p31"/>
          <p:cNvCxnSpPr/>
          <p:nvPr/>
        </p:nvCxnSpPr>
        <p:spPr>
          <a:xfrm>
            <a:off x="493776" y="1248156"/>
            <a:ext cx="8157591" cy="0"/>
          </a:xfrm>
          <a:prstGeom prst="straightConnector1">
            <a:avLst/>
          </a:prstGeom>
          <a:noFill/>
          <a:ln cap="flat" cmpd="sng" w="15875">
            <a:solidFill>
              <a:srgbClr val="3F3F3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sp>
        <p:nvSpPr>
          <p:cNvPr id="359" name="Google Shape;359;p31"/>
          <p:cNvSpPr txBox="1"/>
          <p:nvPr/>
        </p:nvSpPr>
        <p:spPr>
          <a:xfrm>
            <a:off x="891540" y="1378458"/>
            <a:ext cx="73725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" sz="900" u="none" cap="none" strike="noStrike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핵심 구현 ④ — 유니티는 </a:t>
            </a:r>
            <a:r>
              <a:rPr b="0" i="0" lang="ko" sz="800" u="none" cap="none" strike="noStrike">
                <a:solidFill>
                  <a:srgbClr val="004CB3"/>
                </a:solidFill>
                <a:latin typeface="Consolas"/>
                <a:ea typeface="Consolas"/>
                <a:cs typeface="Consolas"/>
                <a:sym typeface="Consolas"/>
              </a:rPr>
              <a:t>bool[,]</a:t>
            </a:r>
            <a:r>
              <a:rPr b="0" i="0" lang="ko" sz="900" u="none" cap="none" strike="noStrike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를 직렬화하지 못한다. </a:t>
            </a:r>
            <a:r>
              <a:rPr b="1" i="0" lang="ko" sz="900" u="none" cap="none" strike="noStrike">
                <a:solidFill>
                  <a:srgbClr val="212121"/>
                </a:solidFill>
              </a:rPr>
              <a:t>그래서 눕혀야</a:t>
            </a:r>
            <a:r>
              <a:rPr b="0" i="0" lang="ko" sz="900" u="none" cap="none" strike="noStrike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 한다.</a:t>
            </a:r>
            <a:endParaRPr sz="500"/>
          </a:p>
        </p:txBody>
      </p:sp>
      <p:cxnSp>
        <p:nvCxnSpPr>
          <p:cNvPr id="360" name="Google Shape;360;p31"/>
          <p:cNvCxnSpPr/>
          <p:nvPr/>
        </p:nvCxnSpPr>
        <p:spPr>
          <a:xfrm>
            <a:off x="493776" y="1690497"/>
            <a:ext cx="8157591" cy="0"/>
          </a:xfrm>
          <a:prstGeom prst="straightConnector1">
            <a:avLst/>
          </a:prstGeom>
          <a:noFill/>
          <a:ln cap="flat" cmpd="sng" w="15875">
            <a:solidFill>
              <a:srgbClr val="3F3F3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sp>
        <p:nvSpPr>
          <p:cNvPr id="361" name="Google Shape;361;p31"/>
          <p:cNvSpPr/>
          <p:nvPr/>
        </p:nvSpPr>
        <p:spPr>
          <a:xfrm>
            <a:off x="768096" y="1851660"/>
            <a:ext cx="7608951" cy="1491615"/>
          </a:xfrm>
          <a:prstGeom prst="roundRect">
            <a:avLst>
              <a:gd fmla="val 2988" name="adj"/>
            </a:avLst>
          </a:prstGeom>
          <a:solidFill>
            <a:srgbClr val="F5F5F5"/>
          </a:solidFill>
          <a:ln cap="flat" cmpd="sng" w="9525">
            <a:solidFill>
              <a:srgbClr val="DDDD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7150" lIns="34275" spcFirstLastPara="1" rIns="34275" wrap="square" tIns="171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2" name="Google Shape;362;p31"/>
          <p:cNvSpPr/>
          <p:nvPr/>
        </p:nvSpPr>
        <p:spPr>
          <a:xfrm>
            <a:off x="1008126" y="2040255"/>
            <a:ext cx="212598" cy="212598"/>
          </a:xfrm>
          <a:prstGeom prst="rect">
            <a:avLst/>
          </a:prstGeom>
          <a:solidFill>
            <a:srgbClr val="EBEBEB"/>
          </a:solidFill>
          <a:ln cap="flat" cmpd="sng" w="9525">
            <a:solidFill>
              <a:srgbClr val="DDDD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" sz="800" u="none" cap="none" strike="noStrike">
                <a:solidFill>
                  <a:srgbClr val="5C5C5C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endParaRPr sz="500"/>
          </a:p>
        </p:txBody>
      </p:sp>
      <p:sp>
        <p:nvSpPr>
          <p:cNvPr id="363" name="Google Shape;363;p31"/>
          <p:cNvSpPr/>
          <p:nvPr/>
        </p:nvSpPr>
        <p:spPr>
          <a:xfrm>
            <a:off x="1244727" y="2040255"/>
            <a:ext cx="212598" cy="212598"/>
          </a:xfrm>
          <a:prstGeom prst="rect">
            <a:avLst/>
          </a:prstGeom>
          <a:solidFill>
            <a:srgbClr val="EBEBEB"/>
          </a:solidFill>
          <a:ln cap="flat" cmpd="sng" w="9525">
            <a:solidFill>
              <a:srgbClr val="DDDD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" sz="800" u="none" cap="none" strike="noStrike">
                <a:solidFill>
                  <a:srgbClr val="5C5C5C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sz="500"/>
          </a:p>
        </p:txBody>
      </p:sp>
      <p:sp>
        <p:nvSpPr>
          <p:cNvPr id="364" name="Google Shape;364;p31"/>
          <p:cNvSpPr/>
          <p:nvPr/>
        </p:nvSpPr>
        <p:spPr>
          <a:xfrm>
            <a:off x="1481328" y="2040255"/>
            <a:ext cx="212598" cy="212598"/>
          </a:xfrm>
          <a:prstGeom prst="rect">
            <a:avLst/>
          </a:prstGeom>
          <a:solidFill>
            <a:srgbClr val="EBEBEB"/>
          </a:solidFill>
          <a:ln cap="flat" cmpd="sng" w="9525">
            <a:solidFill>
              <a:srgbClr val="DDDD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" sz="800" u="none" cap="none" strike="noStrike">
                <a:solidFill>
                  <a:srgbClr val="5C5C5C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sz="500"/>
          </a:p>
        </p:txBody>
      </p:sp>
      <p:sp>
        <p:nvSpPr>
          <p:cNvPr id="365" name="Google Shape;365;p31"/>
          <p:cNvSpPr/>
          <p:nvPr/>
        </p:nvSpPr>
        <p:spPr>
          <a:xfrm>
            <a:off x="1717929" y="2040255"/>
            <a:ext cx="212598" cy="212598"/>
          </a:xfrm>
          <a:prstGeom prst="rect">
            <a:avLst/>
          </a:prstGeom>
          <a:solidFill>
            <a:srgbClr val="EBEBEB"/>
          </a:solidFill>
          <a:ln cap="flat" cmpd="sng" w="9525">
            <a:solidFill>
              <a:srgbClr val="DDDD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" sz="800" u="none" cap="none" strike="noStrike">
                <a:solidFill>
                  <a:srgbClr val="5C5C5C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sz="500"/>
          </a:p>
        </p:txBody>
      </p:sp>
      <p:sp>
        <p:nvSpPr>
          <p:cNvPr id="366" name="Google Shape;366;p31"/>
          <p:cNvSpPr/>
          <p:nvPr/>
        </p:nvSpPr>
        <p:spPr>
          <a:xfrm>
            <a:off x="1954530" y="2040255"/>
            <a:ext cx="212598" cy="212598"/>
          </a:xfrm>
          <a:prstGeom prst="rect">
            <a:avLst/>
          </a:prstGeom>
          <a:solidFill>
            <a:srgbClr val="EBEBEB"/>
          </a:solidFill>
          <a:ln cap="flat" cmpd="sng" w="9525">
            <a:solidFill>
              <a:srgbClr val="DDDD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" sz="800" u="none" cap="none" strike="noStrike">
                <a:solidFill>
                  <a:srgbClr val="5C5C5C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sz="500"/>
          </a:p>
        </p:txBody>
      </p:sp>
      <p:sp>
        <p:nvSpPr>
          <p:cNvPr id="367" name="Google Shape;367;p31"/>
          <p:cNvSpPr/>
          <p:nvPr/>
        </p:nvSpPr>
        <p:spPr>
          <a:xfrm>
            <a:off x="1008126" y="2276856"/>
            <a:ext cx="212598" cy="212598"/>
          </a:xfrm>
          <a:prstGeom prst="rect">
            <a:avLst/>
          </a:prstGeom>
          <a:solidFill>
            <a:srgbClr val="EBEBEB"/>
          </a:solidFill>
          <a:ln cap="flat" cmpd="sng" w="9525">
            <a:solidFill>
              <a:srgbClr val="DDDD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" sz="800" u="none" cap="none" strike="noStrike">
                <a:solidFill>
                  <a:srgbClr val="5C5C5C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sz="500"/>
          </a:p>
        </p:txBody>
      </p:sp>
      <p:sp>
        <p:nvSpPr>
          <p:cNvPr id="368" name="Google Shape;368;p31"/>
          <p:cNvSpPr/>
          <p:nvPr/>
        </p:nvSpPr>
        <p:spPr>
          <a:xfrm>
            <a:off x="1244727" y="2276856"/>
            <a:ext cx="212598" cy="212598"/>
          </a:xfrm>
          <a:prstGeom prst="rect">
            <a:avLst/>
          </a:prstGeom>
          <a:solidFill>
            <a:srgbClr val="EBEBEB"/>
          </a:solidFill>
          <a:ln cap="flat" cmpd="sng" w="9525">
            <a:solidFill>
              <a:srgbClr val="DDDD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" sz="800" u="none" cap="none" strike="noStrike">
                <a:solidFill>
                  <a:srgbClr val="5C5C5C"/>
                </a:solidFill>
                <a:latin typeface="Arial"/>
                <a:ea typeface="Arial"/>
                <a:cs typeface="Arial"/>
                <a:sym typeface="Arial"/>
              </a:rPr>
              <a:t>6</a:t>
            </a:r>
            <a:endParaRPr sz="500"/>
          </a:p>
        </p:txBody>
      </p:sp>
      <p:sp>
        <p:nvSpPr>
          <p:cNvPr id="369" name="Google Shape;369;p31"/>
          <p:cNvSpPr/>
          <p:nvPr/>
        </p:nvSpPr>
        <p:spPr>
          <a:xfrm>
            <a:off x="1481328" y="2276856"/>
            <a:ext cx="212598" cy="212598"/>
          </a:xfrm>
          <a:prstGeom prst="rect">
            <a:avLst/>
          </a:prstGeom>
          <a:solidFill>
            <a:srgbClr val="0073FF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" sz="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7</a:t>
            </a:r>
            <a:endParaRPr sz="500"/>
          </a:p>
        </p:txBody>
      </p:sp>
      <p:sp>
        <p:nvSpPr>
          <p:cNvPr id="370" name="Google Shape;370;p31"/>
          <p:cNvSpPr/>
          <p:nvPr/>
        </p:nvSpPr>
        <p:spPr>
          <a:xfrm>
            <a:off x="1717929" y="2276856"/>
            <a:ext cx="212598" cy="212598"/>
          </a:xfrm>
          <a:prstGeom prst="rect">
            <a:avLst/>
          </a:prstGeom>
          <a:solidFill>
            <a:srgbClr val="EBEBEB"/>
          </a:solidFill>
          <a:ln cap="flat" cmpd="sng" w="9525">
            <a:solidFill>
              <a:srgbClr val="DDDD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" sz="800" u="none" cap="none" strike="noStrike">
                <a:solidFill>
                  <a:srgbClr val="5C5C5C"/>
                </a:solidFill>
                <a:latin typeface="Arial"/>
                <a:ea typeface="Arial"/>
                <a:cs typeface="Arial"/>
                <a:sym typeface="Arial"/>
              </a:rPr>
              <a:t>8</a:t>
            </a:r>
            <a:endParaRPr sz="500"/>
          </a:p>
        </p:txBody>
      </p:sp>
      <p:sp>
        <p:nvSpPr>
          <p:cNvPr id="371" name="Google Shape;371;p31"/>
          <p:cNvSpPr/>
          <p:nvPr/>
        </p:nvSpPr>
        <p:spPr>
          <a:xfrm>
            <a:off x="1954530" y="2276856"/>
            <a:ext cx="212598" cy="212598"/>
          </a:xfrm>
          <a:prstGeom prst="rect">
            <a:avLst/>
          </a:prstGeom>
          <a:solidFill>
            <a:srgbClr val="EBEBEB"/>
          </a:solidFill>
          <a:ln cap="flat" cmpd="sng" w="9525">
            <a:solidFill>
              <a:srgbClr val="DDDD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" sz="800" u="none" cap="none" strike="noStrike">
                <a:solidFill>
                  <a:srgbClr val="5C5C5C"/>
                </a:solidFill>
                <a:latin typeface="Arial"/>
                <a:ea typeface="Arial"/>
                <a:cs typeface="Arial"/>
                <a:sym typeface="Arial"/>
              </a:rPr>
              <a:t>9</a:t>
            </a:r>
            <a:endParaRPr sz="500"/>
          </a:p>
        </p:txBody>
      </p:sp>
      <p:sp>
        <p:nvSpPr>
          <p:cNvPr id="372" name="Google Shape;372;p31"/>
          <p:cNvSpPr/>
          <p:nvPr/>
        </p:nvSpPr>
        <p:spPr>
          <a:xfrm>
            <a:off x="1008126" y="2513457"/>
            <a:ext cx="212598" cy="212598"/>
          </a:xfrm>
          <a:prstGeom prst="rect">
            <a:avLst/>
          </a:prstGeom>
          <a:solidFill>
            <a:srgbClr val="EBEBEB"/>
          </a:solidFill>
          <a:ln cap="flat" cmpd="sng" w="9525">
            <a:solidFill>
              <a:srgbClr val="DDDD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" sz="800" u="none" cap="none" strike="noStrike">
                <a:solidFill>
                  <a:srgbClr val="5C5C5C"/>
                </a:solidFill>
                <a:latin typeface="Arial"/>
                <a:ea typeface="Arial"/>
                <a:cs typeface="Arial"/>
                <a:sym typeface="Arial"/>
              </a:rPr>
              <a:t>10</a:t>
            </a:r>
            <a:endParaRPr sz="500"/>
          </a:p>
        </p:txBody>
      </p:sp>
      <p:sp>
        <p:nvSpPr>
          <p:cNvPr id="373" name="Google Shape;373;p31"/>
          <p:cNvSpPr/>
          <p:nvPr/>
        </p:nvSpPr>
        <p:spPr>
          <a:xfrm>
            <a:off x="1244727" y="2513457"/>
            <a:ext cx="212598" cy="212598"/>
          </a:xfrm>
          <a:prstGeom prst="rect">
            <a:avLst/>
          </a:prstGeom>
          <a:solidFill>
            <a:srgbClr val="EBEBEB"/>
          </a:solidFill>
          <a:ln cap="flat" cmpd="sng" w="9525">
            <a:solidFill>
              <a:srgbClr val="DDDD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" sz="800" u="none" cap="none" strike="noStrike">
                <a:solidFill>
                  <a:srgbClr val="5C5C5C"/>
                </a:solidFill>
                <a:latin typeface="Arial"/>
                <a:ea typeface="Arial"/>
                <a:cs typeface="Arial"/>
                <a:sym typeface="Arial"/>
              </a:rPr>
              <a:t>11</a:t>
            </a:r>
            <a:endParaRPr sz="500"/>
          </a:p>
        </p:txBody>
      </p:sp>
      <p:sp>
        <p:nvSpPr>
          <p:cNvPr id="374" name="Google Shape;374;p31"/>
          <p:cNvSpPr/>
          <p:nvPr/>
        </p:nvSpPr>
        <p:spPr>
          <a:xfrm>
            <a:off x="1481328" y="2513457"/>
            <a:ext cx="212598" cy="212598"/>
          </a:xfrm>
          <a:prstGeom prst="rect">
            <a:avLst/>
          </a:prstGeom>
          <a:solidFill>
            <a:srgbClr val="EBEBEB"/>
          </a:solidFill>
          <a:ln cap="flat" cmpd="sng" w="9525">
            <a:solidFill>
              <a:srgbClr val="DDDD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" sz="800" u="none" cap="none" strike="noStrike">
                <a:solidFill>
                  <a:srgbClr val="5C5C5C"/>
                </a:solidFill>
                <a:latin typeface="Arial"/>
                <a:ea typeface="Arial"/>
                <a:cs typeface="Arial"/>
                <a:sym typeface="Arial"/>
              </a:rPr>
              <a:t>12</a:t>
            </a:r>
            <a:endParaRPr sz="500"/>
          </a:p>
        </p:txBody>
      </p:sp>
      <p:sp>
        <p:nvSpPr>
          <p:cNvPr id="375" name="Google Shape;375;p31"/>
          <p:cNvSpPr/>
          <p:nvPr/>
        </p:nvSpPr>
        <p:spPr>
          <a:xfrm>
            <a:off x="1717929" y="2513457"/>
            <a:ext cx="212598" cy="212598"/>
          </a:xfrm>
          <a:prstGeom prst="rect">
            <a:avLst/>
          </a:prstGeom>
          <a:solidFill>
            <a:srgbClr val="EBEBEB"/>
          </a:solidFill>
          <a:ln cap="flat" cmpd="sng" w="9525">
            <a:solidFill>
              <a:srgbClr val="DDDD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" sz="800" u="none" cap="none" strike="noStrike">
                <a:solidFill>
                  <a:srgbClr val="5C5C5C"/>
                </a:solidFill>
                <a:latin typeface="Arial"/>
                <a:ea typeface="Arial"/>
                <a:cs typeface="Arial"/>
                <a:sym typeface="Arial"/>
              </a:rPr>
              <a:t>13</a:t>
            </a:r>
            <a:endParaRPr sz="500"/>
          </a:p>
        </p:txBody>
      </p:sp>
      <p:sp>
        <p:nvSpPr>
          <p:cNvPr id="376" name="Google Shape;376;p31"/>
          <p:cNvSpPr/>
          <p:nvPr/>
        </p:nvSpPr>
        <p:spPr>
          <a:xfrm>
            <a:off x="1954530" y="2513457"/>
            <a:ext cx="212598" cy="212598"/>
          </a:xfrm>
          <a:prstGeom prst="rect">
            <a:avLst/>
          </a:prstGeom>
          <a:solidFill>
            <a:srgbClr val="EBEBEB"/>
          </a:solidFill>
          <a:ln cap="flat" cmpd="sng" w="9525">
            <a:solidFill>
              <a:srgbClr val="DDDD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" sz="800" u="none" cap="none" strike="noStrike">
                <a:solidFill>
                  <a:srgbClr val="5C5C5C"/>
                </a:solidFill>
                <a:latin typeface="Arial"/>
                <a:ea typeface="Arial"/>
                <a:cs typeface="Arial"/>
                <a:sym typeface="Arial"/>
              </a:rPr>
              <a:t>14</a:t>
            </a:r>
            <a:endParaRPr sz="500"/>
          </a:p>
        </p:txBody>
      </p:sp>
      <p:sp>
        <p:nvSpPr>
          <p:cNvPr id="377" name="Google Shape;377;p31"/>
          <p:cNvSpPr txBox="1"/>
          <p:nvPr/>
        </p:nvSpPr>
        <p:spPr>
          <a:xfrm>
            <a:off x="665226" y="2787777"/>
            <a:ext cx="1844802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" sz="800" u="none" cap="none" strike="noStrike">
                <a:solidFill>
                  <a:srgbClr val="5C5C5C"/>
                </a:solidFill>
                <a:latin typeface="Arial"/>
                <a:ea typeface="Arial"/>
                <a:cs typeface="Arial"/>
                <a:sym typeface="Arial"/>
              </a:rPr>
              <a:t>width = 5 · </a:t>
            </a:r>
            <a:r>
              <a:rPr b="0" i="0" lang="ko" sz="700" u="none" cap="none" strike="noStrike">
                <a:solidFill>
                  <a:srgbClr val="004CB3"/>
                </a:solidFill>
                <a:latin typeface="Consolas"/>
                <a:ea typeface="Consolas"/>
                <a:cs typeface="Consolas"/>
                <a:sym typeface="Consolas"/>
              </a:rPr>
              <a:t>boardRows[1][2]</a:t>
            </a:r>
            <a:r>
              <a:rPr b="0" i="0" lang="ko" sz="800" u="none" cap="none" strike="noStrike">
                <a:solidFill>
                  <a:srgbClr val="5C5C5C"/>
                </a:solidFill>
                <a:latin typeface="Arial"/>
                <a:ea typeface="Arial"/>
                <a:cs typeface="Arial"/>
                <a:sym typeface="Arial"/>
              </a:rPr>
              <a:t> → </a:t>
            </a:r>
            <a:r>
              <a:rPr b="0" i="0" lang="ko" sz="800" u="none" cap="none" strike="noStrike">
                <a:solidFill>
                  <a:srgbClr val="004CB3"/>
                </a:solidFill>
                <a:latin typeface="Arial"/>
                <a:ea typeface="Arial"/>
                <a:cs typeface="Arial"/>
                <a:sym typeface="Arial"/>
              </a:rPr>
              <a:t>7</a:t>
            </a:r>
            <a:endParaRPr sz="500"/>
          </a:p>
        </p:txBody>
      </p:sp>
      <p:sp>
        <p:nvSpPr>
          <p:cNvPr id="378" name="Google Shape;378;p31"/>
          <p:cNvSpPr txBox="1"/>
          <p:nvPr/>
        </p:nvSpPr>
        <p:spPr>
          <a:xfrm>
            <a:off x="2544318" y="1995678"/>
            <a:ext cx="5592699" cy="120357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" sz="900" u="none" cap="none" strike="noStrike">
                <a:solidFill>
                  <a:srgbClr val="004CB3"/>
                </a:solidFill>
                <a:latin typeface="Arial"/>
                <a:ea typeface="Arial"/>
                <a:cs typeface="Arial"/>
                <a:sym typeface="Arial"/>
              </a:rPr>
              <a:t>문제</a:t>
            </a:r>
            <a:r>
              <a:rPr b="0" i="0" lang="ko" sz="900" u="none" cap="none" strike="noStrike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 — 유니티 직렬화기는 다차원 배열도 중첩 배열도 저장하지 못한다. 인스펙터에 격자를 띄우려면 </a:t>
            </a:r>
            <a:r>
              <a:rPr b="0" i="0" lang="ko" sz="900" u="none" cap="none" strike="noStrike">
                <a:solidFill>
                  <a:srgbClr val="004CB3"/>
                </a:solidFill>
                <a:latin typeface="Arial"/>
                <a:ea typeface="Arial"/>
                <a:cs typeface="Arial"/>
                <a:sym typeface="Arial"/>
              </a:rPr>
              <a:t>데이터가 먼저 저장 가능</a:t>
            </a:r>
            <a:r>
              <a:rPr b="0" i="0" lang="ko" sz="900" u="none" cap="none" strike="noStrike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해야 한다.</a:t>
            </a:r>
            <a:endParaRPr sz="500"/>
          </a:p>
          <a:p>
            <a:pPr indent="0" lvl="0" marL="0" marR="0" rtl="0" algn="l">
              <a:lnSpc>
                <a:spcPct val="128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ko" sz="900" u="none" cap="none" strike="noStrike">
                <a:solidFill>
                  <a:srgbClr val="004CB3"/>
                </a:solidFill>
                <a:latin typeface="Arial"/>
                <a:ea typeface="Arial"/>
                <a:cs typeface="Arial"/>
                <a:sym typeface="Arial"/>
              </a:rPr>
              <a:t>표준 해법(평탄화)</a:t>
            </a:r>
            <a:r>
              <a:rPr b="0" i="0" lang="ko" sz="900" u="none" cap="none" strike="noStrike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 — 2차원을 1차원으로 눕히고 번호로 좌표를 되찾는다. </a:t>
            </a:r>
            <a:r>
              <a:rPr b="0" i="0" lang="ko" sz="900" u="none" cap="none" strike="noStrike">
                <a:solidFill>
                  <a:srgbClr val="004CB3"/>
                </a:solidFill>
                <a:latin typeface="Arial"/>
                <a:ea typeface="Arial"/>
                <a:cs typeface="Arial"/>
                <a:sym typeface="Arial"/>
              </a:rPr>
              <a:t>행 우선</a:t>
            </a:r>
            <a:r>
              <a:rPr b="0" i="0" lang="ko" sz="900" u="none" cap="none" strike="noStrike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으로 </a:t>
            </a:r>
            <a:r>
              <a:rPr b="0" i="0" lang="ko" sz="800" u="none" cap="none" strike="noStrike">
                <a:solidFill>
                  <a:srgbClr val="004CB3"/>
                </a:solidFill>
                <a:latin typeface="Consolas"/>
                <a:ea typeface="Consolas"/>
                <a:cs typeface="Consolas"/>
                <a:sym typeface="Consolas"/>
              </a:rPr>
              <a:t>index = row × width + x</a:t>
            </a:r>
            <a:r>
              <a:rPr b="0" i="0" lang="ko" sz="900" u="none" cap="none" strike="noStrike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, 역산은 </a:t>
            </a:r>
            <a:r>
              <a:rPr b="0" i="0" lang="ko" sz="800" u="none" cap="none" strike="noStrike">
                <a:solidFill>
                  <a:srgbClr val="004CB3"/>
                </a:solidFill>
                <a:latin typeface="Consolas"/>
                <a:ea typeface="Consolas"/>
                <a:cs typeface="Consolas"/>
                <a:sym typeface="Consolas"/>
              </a:rPr>
              <a:t>row = i / width</a:t>
            </a:r>
            <a:r>
              <a:rPr b="0" i="0" lang="ko" sz="900" u="none" cap="none" strike="noStrike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 · </a:t>
            </a:r>
            <a:r>
              <a:rPr b="0" i="0" lang="ko" sz="800" u="none" cap="none" strike="noStrike">
                <a:solidFill>
                  <a:srgbClr val="004CB3"/>
                </a:solidFill>
                <a:latin typeface="Consolas"/>
                <a:ea typeface="Consolas"/>
                <a:cs typeface="Consolas"/>
                <a:sym typeface="Consolas"/>
              </a:rPr>
              <a:t>x = i % width</a:t>
            </a:r>
            <a:r>
              <a:rPr b="0" i="0" lang="ko" sz="900" u="none" cap="none" strike="noStrike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 — 그래서 </a:t>
            </a:r>
            <a:r>
              <a:rPr b="0" i="0" lang="ko" sz="900" u="none" cap="none" strike="noStrike">
                <a:solidFill>
                  <a:srgbClr val="004CB3"/>
                </a:solidFill>
                <a:latin typeface="Arial"/>
                <a:ea typeface="Arial"/>
                <a:cs typeface="Arial"/>
                <a:sym typeface="Arial"/>
              </a:rPr>
              <a:t>가로 크기를 반드시 같이 저장</a:t>
            </a:r>
            <a:r>
              <a:rPr b="0" i="0" lang="ko" sz="900" u="none" cap="none" strike="noStrike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해야 한다.</a:t>
            </a:r>
            <a:endParaRPr sz="500"/>
          </a:p>
          <a:p>
            <a:pPr indent="0" lvl="0" marL="0" marR="0" rtl="0" algn="l">
              <a:lnSpc>
                <a:spcPct val="128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ko" sz="900" u="none" cap="none" strike="noStrike">
                <a:solidFill>
                  <a:srgbClr val="004CB3"/>
                </a:solidFill>
                <a:latin typeface="Arial"/>
                <a:ea typeface="Arial"/>
                <a:cs typeface="Arial"/>
                <a:sym typeface="Arial"/>
              </a:rPr>
              <a:t>이 프로젝트</a:t>
            </a:r>
            <a:r>
              <a:rPr b="0" i="0" lang="ko" sz="900" u="none" cap="none" strike="noStrike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 — 행마다 문자열 하나(</a:t>
            </a:r>
            <a:r>
              <a:rPr b="0" i="0" lang="ko" sz="800" u="none" cap="none" strike="noStrike">
                <a:solidFill>
                  <a:srgbClr val="004CB3"/>
                </a:solidFill>
                <a:latin typeface="Consolas"/>
                <a:ea typeface="Consolas"/>
                <a:cs typeface="Consolas"/>
                <a:sym typeface="Consolas"/>
              </a:rPr>
              <a:t>string[] boardRows</a:t>
            </a:r>
            <a:r>
              <a:rPr b="0" i="0" lang="ko" sz="900" u="none" cap="none" strike="noStrike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). </a:t>
            </a:r>
            <a:r>
              <a:rPr b="0" i="0" lang="ko" sz="800" u="none" cap="none" strike="noStrike">
                <a:solidFill>
                  <a:srgbClr val="004CB3"/>
                </a:solidFill>
                <a:latin typeface="Consolas"/>
                <a:ea typeface="Consolas"/>
                <a:cs typeface="Consolas"/>
                <a:sym typeface="Consolas"/>
              </a:rPr>
              <a:t>boardRows[row][x]</a:t>
            </a:r>
            <a:r>
              <a:rPr b="0" i="0" lang="ko" sz="900" u="none" cap="none" strike="noStrike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는 </a:t>
            </a:r>
            <a:r>
              <a:rPr b="0" i="0" lang="ko" sz="900" u="none" cap="none" strike="noStrike">
                <a:solidFill>
                  <a:srgbClr val="004CB3"/>
                </a:solidFill>
                <a:latin typeface="Arial"/>
                <a:ea typeface="Arial"/>
                <a:cs typeface="Arial"/>
                <a:sym typeface="Arial"/>
              </a:rPr>
              <a:t>같은 행 우선 배치</a:t>
            </a:r>
            <a:r>
              <a:rPr b="0" i="0" lang="ko" sz="900" u="none" cap="none" strike="noStrike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이고, 다만 그 곱셈을 </a:t>
            </a:r>
            <a:r>
              <a:rPr b="0" i="0" lang="ko" sz="900" u="none" cap="none" strike="noStrike">
                <a:solidFill>
                  <a:srgbClr val="004CB3"/>
                </a:solidFill>
                <a:latin typeface="Arial"/>
                <a:ea typeface="Arial"/>
                <a:cs typeface="Arial"/>
                <a:sym typeface="Arial"/>
              </a:rPr>
              <a:t>문자열 컨테이너가 대신 들고 있다.</a:t>
            </a:r>
            <a:endParaRPr sz="500"/>
          </a:p>
        </p:txBody>
      </p:sp>
      <p:sp>
        <p:nvSpPr>
          <p:cNvPr id="379" name="Google Shape;379;p31"/>
          <p:cNvSpPr/>
          <p:nvPr/>
        </p:nvSpPr>
        <p:spPr>
          <a:xfrm>
            <a:off x="768096" y="3446145"/>
            <a:ext cx="3735896" cy="1165860"/>
          </a:xfrm>
          <a:prstGeom prst="roundRect">
            <a:avLst>
              <a:gd fmla="val 3823" name="adj"/>
            </a:avLst>
          </a:prstGeom>
          <a:solidFill>
            <a:srgbClr val="F5F5F5"/>
          </a:solidFill>
          <a:ln cap="flat" cmpd="sng" w="9525">
            <a:solidFill>
              <a:srgbClr val="DDDD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7150" lIns="34275" spcFirstLastPara="1" rIns="34275" wrap="square" tIns="171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0" name="Google Shape;380;p31"/>
          <p:cNvSpPr txBox="1"/>
          <p:nvPr/>
        </p:nvSpPr>
        <p:spPr>
          <a:xfrm>
            <a:off x="922401" y="3600450"/>
            <a:ext cx="3427285" cy="2468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왜 리스트가 아니라 문자열인가</a:t>
            </a:r>
            <a:endParaRPr sz="500"/>
          </a:p>
        </p:txBody>
      </p:sp>
      <p:sp>
        <p:nvSpPr>
          <p:cNvPr id="381" name="Google Shape;381;p31"/>
          <p:cNvSpPr txBox="1"/>
          <p:nvPr/>
        </p:nvSpPr>
        <p:spPr>
          <a:xfrm>
            <a:off x="922401" y="3881628"/>
            <a:ext cx="3427285" cy="5760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" sz="800" u="none" cap="none" strike="noStrike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칸이 </a:t>
            </a:r>
            <a:r>
              <a:rPr b="0" i="0" lang="ko" sz="800" u="none" cap="none" strike="noStrike">
                <a:solidFill>
                  <a:srgbClr val="004CB3"/>
                </a:solidFill>
                <a:latin typeface="Arial"/>
                <a:ea typeface="Arial"/>
                <a:cs typeface="Arial"/>
                <a:sym typeface="Arial"/>
              </a:rPr>
              <a:t>3상태</a:t>
            </a:r>
            <a:r>
              <a:rPr b="0" i="0" lang="ko" sz="800" u="none" cap="none" strike="noStrike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(O · X · W)라 </a:t>
            </a:r>
            <a:r>
              <a:rPr b="0" i="0" lang="ko" sz="800" u="none" cap="none" strike="noStrike">
                <a:solidFill>
                  <a:srgbClr val="004CB3"/>
                </a:solidFill>
                <a:latin typeface="Consolas"/>
                <a:ea typeface="Consolas"/>
                <a:cs typeface="Consolas"/>
                <a:sym typeface="Consolas"/>
              </a:rPr>
              <a:t>List&lt;bool&gt;</a:t>
            </a:r>
            <a:r>
              <a:rPr b="0" i="0" lang="ko" sz="800" u="none" cap="none" strike="noStrike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로는 못 담는다.</a:t>
            </a:r>
            <a:endParaRPr sz="500"/>
          </a:p>
          <a:p>
            <a:pPr indent="0" lvl="0" marL="0" marR="0" rtl="0" algn="l">
              <a:lnSpc>
                <a:spcPct val="130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b="0" i="0" lang="ko" sz="800" u="none" cap="none" strike="noStrike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git diff에 </a:t>
            </a:r>
            <a:r>
              <a:rPr b="0" i="0" lang="ko" sz="800" u="none" cap="none" strike="noStrike">
                <a:solidFill>
                  <a:srgbClr val="004CB3"/>
                </a:solidFill>
                <a:latin typeface="Arial"/>
                <a:ea typeface="Arial"/>
                <a:cs typeface="Arial"/>
                <a:sym typeface="Arial"/>
              </a:rPr>
              <a:t>`"OOWOO"`로 사람이 읽힌다.</a:t>
            </a:r>
            <a:r>
              <a:rPr b="0" i="0" lang="ko" sz="800" u="none" cap="none" strike="noStrike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 원소 63개 리스트는 안 읽힌다.</a:t>
            </a:r>
            <a:endParaRPr sz="500"/>
          </a:p>
          <a:p>
            <a:pPr indent="0" lvl="0" marL="0" marR="0" rtl="0" algn="l">
              <a:lnSpc>
                <a:spcPct val="130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b="0" i="0" lang="ko" sz="800" u="none" cap="none" strike="noStrike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만들어 둔 </a:t>
            </a:r>
            <a:r>
              <a:rPr b="0" i="0" lang="ko" sz="800" u="none" cap="none" strike="noStrike">
                <a:solidFill>
                  <a:srgbClr val="004CB3"/>
                </a:solidFill>
                <a:latin typeface="Arial"/>
                <a:ea typeface="Arial"/>
                <a:cs typeface="Arial"/>
                <a:sym typeface="Arial"/>
              </a:rPr>
              <a:t>스테이지 8개를 옮기지 않아도</a:t>
            </a:r>
            <a:r>
              <a:rPr b="0" i="0" lang="ko" sz="800" u="none" cap="none" strike="noStrike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 된다.</a:t>
            </a:r>
            <a:endParaRPr sz="500"/>
          </a:p>
        </p:txBody>
      </p:sp>
      <p:sp>
        <p:nvSpPr>
          <p:cNvPr id="382" name="Google Shape;382;p31"/>
          <p:cNvSpPr/>
          <p:nvPr/>
        </p:nvSpPr>
        <p:spPr>
          <a:xfrm>
            <a:off x="4641152" y="3446145"/>
            <a:ext cx="3735896" cy="1165860"/>
          </a:xfrm>
          <a:prstGeom prst="roundRect">
            <a:avLst>
              <a:gd fmla="val 3823" name="adj"/>
            </a:avLst>
          </a:prstGeom>
          <a:solidFill>
            <a:srgbClr val="F5F5F5"/>
          </a:solidFill>
          <a:ln cap="flat" cmpd="sng" w="9525">
            <a:solidFill>
              <a:srgbClr val="DDDD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7150" lIns="34275" spcFirstLastPara="1" rIns="34275" wrap="square" tIns="171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3" name="Google Shape;383;p31"/>
          <p:cNvSpPr txBox="1"/>
          <p:nvPr/>
        </p:nvSpPr>
        <p:spPr>
          <a:xfrm>
            <a:off x="4795457" y="3600450"/>
            <a:ext cx="3427285" cy="2468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번호는 이럴 때 쓴다</a:t>
            </a:r>
            <a:endParaRPr sz="500"/>
          </a:p>
        </p:txBody>
      </p:sp>
      <p:sp>
        <p:nvSpPr>
          <p:cNvPr id="384" name="Google Shape;384;p31"/>
          <p:cNvSpPr txBox="1"/>
          <p:nvPr/>
        </p:nvSpPr>
        <p:spPr>
          <a:xfrm>
            <a:off x="4795457" y="3881628"/>
            <a:ext cx="3427200" cy="34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" sz="900" u="none" cap="none" strike="noStrike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드래그로 칠할 때 </a:t>
            </a:r>
            <a:r>
              <a:rPr b="0" i="0" lang="ko" sz="900" u="none" cap="none" strike="noStrike">
                <a:solidFill>
                  <a:srgbClr val="004CB3"/>
                </a:solidFill>
                <a:latin typeface="Arial"/>
                <a:ea typeface="Arial"/>
                <a:cs typeface="Arial"/>
                <a:sym typeface="Arial"/>
              </a:rPr>
              <a:t>마지막에 칠한 칸</a:t>
            </a:r>
            <a:r>
              <a:rPr b="0" i="0" lang="ko" sz="900" u="none" cap="none" strike="noStrike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을 번호 하나로 비교한다.</a:t>
            </a:r>
            <a:endParaRPr sz="500"/>
          </a:p>
          <a:p>
            <a:pPr indent="0" lvl="0" marL="0" marR="0" rtl="0" algn="l">
              <a:lnSpc>
                <a:spcPct val="130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b="0" i="0" lang="ko" sz="900" u="none" cap="none" strike="noStrike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엔진은 순수 C#이라 </a:t>
            </a:r>
            <a:r>
              <a:rPr b="0" i="0" lang="ko" sz="900" u="none" cap="none" strike="noStrike">
                <a:solidFill>
                  <a:srgbClr val="004CB3"/>
                </a:solidFill>
                <a:latin typeface="Arial"/>
                <a:ea typeface="Arial"/>
                <a:cs typeface="Arial"/>
                <a:sym typeface="Arial"/>
              </a:rPr>
              <a:t>진짜 2차원 `bool[x, y]`</a:t>
            </a:r>
            <a:r>
              <a:rPr b="0" i="0" lang="ko" sz="900" u="none" cap="none" strike="noStrike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다.</a:t>
            </a:r>
            <a:endParaRPr sz="5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8" name="Shape 3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" name="Google Shape;389;p32"/>
          <p:cNvSpPr/>
          <p:nvPr/>
        </p:nvSpPr>
        <p:spPr>
          <a:xfrm>
            <a:off x="267462" y="596646"/>
            <a:ext cx="8613648" cy="4296537"/>
          </a:xfrm>
          <a:prstGeom prst="roundRect">
            <a:avLst>
              <a:gd fmla="val 1117" name="adj"/>
            </a:avLst>
          </a:prstGeom>
          <a:solidFill>
            <a:srgbClr val="FFFFFF"/>
          </a:solidFill>
          <a:ln>
            <a:noFill/>
          </a:ln>
          <a:effectLst>
            <a:outerShdw blurRad="76200" rotWithShape="0" dir="5400000" dist="25400">
              <a:srgbClr val="000000">
                <a:alpha val="9020"/>
              </a:srgbClr>
            </a:outerShdw>
          </a:effectLst>
        </p:spPr>
        <p:txBody>
          <a:bodyPr anchorCtr="0" anchor="ctr" bIns="17150" lIns="34275" spcFirstLastPara="1" rIns="34275" wrap="square" tIns="171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0" name="Google Shape;390;p32"/>
          <p:cNvSpPr/>
          <p:nvPr/>
        </p:nvSpPr>
        <p:spPr>
          <a:xfrm>
            <a:off x="267462" y="253746"/>
            <a:ext cx="8613648" cy="318897"/>
          </a:xfrm>
          <a:prstGeom prst="roundRect">
            <a:avLst>
              <a:gd fmla="val 12903" name="adj"/>
            </a:avLst>
          </a:prstGeom>
          <a:solidFill>
            <a:srgbClr val="1D1D1D"/>
          </a:solidFill>
          <a:ln>
            <a:noFill/>
          </a:ln>
        </p:spPr>
        <p:txBody>
          <a:bodyPr anchorCtr="0" anchor="ctr" bIns="17150" lIns="34275" spcFirstLastPara="1" rIns="34275" wrap="square" tIns="171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1" name="Google Shape;391;p32"/>
          <p:cNvSpPr txBox="1"/>
          <p:nvPr/>
        </p:nvSpPr>
        <p:spPr>
          <a:xfrm>
            <a:off x="510921" y="322326"/>
            <a:ext cx="2057400" cy="1885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ChainRiposte</a:t>
            </a:r>
            <a:endParaRPr sz="500"/>
          </a:p>
        </p:txBody>
      </p:sp>
      <p:sp>
        <p:nvSpPr>
          <p:cNvPr id="392" name="Google Shape;392;p32"/>
          <p:cNvSpPr txBox="1"/>
          <p:nvPr/>
        </p:nvSpPr>
        <p:spPr>
          <a:xfrm>
            <a:off x="6480810" y="342900"/>
            <a:ext cx="2160270" cy="1543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" sz="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2026-08</a:t>
            </a:r>
            <a:endParaRPr sz="500"/>
          </a:p>
        </p:txBody>
      </p:sp>
      <p:cxnSp>
        <p:nvCxnSpPr>
          <p:cNvPr id="393" name="Google Shape;393;p32"/>
          <p:cNvCxnSpPr/>
          <p:nvPr/>
        </p:nvCxnSpPr>
        <p:spPr>
          <a:xfrm>
            <a:off x="500634" y="4670298"/>
            <a:ext cx="7975854" cy="0"/>
          </a:xfrm>
          <a:prstGeom prst="straightConnector1">
            <a:avLst/>
          </a:prstGeom>
          <a:noFill/>
          <a:ln cap="flat" cmpd="sng" w="13950">
            <a:solidFill>
              <a:srgbClr val="3F3F3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sp>
        <p:nvSpPr>
          <p:cNvPr id="394" name="Google Shape;394;p32"/>
          <p:cNvSpPr txBox="1"/>
          <p:nvPr/>
        </p:nvSpPr>
        <p:spPr>
          <a:xfrm>
            <a:off x="6652260" y="4714875"/>
            <a:ext cx="2023110" cy="1543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" sz="700" u="none" cap="none" strike="noStrike">
                <a:solidFill>
                  <a:srgbClr val="1D1D1D"/>
                </a:solidFill>
                <a:latin typeface="Arial"/>
                <a:ea typeface="Arial"/>
                <a:cs typeface="Arial"/>
                <a:sym typeface="Arial"/>
              </a:rPr>
              <a:t>8</a:t>
            </a:r>
            <a:endParaRPr sz="500"/>
          </a:p>
        </p:txBody>
      </p:sp>
      <p:sp>
        <p:nvSpPr>
          <p:cNvPr id="395" name="Google Shape;395;p32"/>
          <p:cNvSpPr txBox="1"/>
          <p:nvPr/>
        </p:nvSpPr>
        <p:spPr>
          <a:xfrm>
            <a:off x="1443609" y="706374"/>
            <a:ext cx="6257925" cy="46291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" sz="2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격자를 그리고 칠하기</a:t>
            </a:r>
            <a:endParaRPr sz="500"/>
          </a:p>
        </p:txBody>
      </p:sp>
      <p:cxnSp>
        <p:nvCxnSpPr>
          <p:cNvPr id="396" name="Google Shape;396;p32"/>
          <p:cNvCxnSpPr/>
          <p:nvPr/>
        </p:nvCxnSpPr>
        <p:spPr>
          <a:xfrm>
            <a:off x="493776" y="1248156"/>
            <a:ext cx="8157591" cy="0"/>
          </a:xfrm>
          <a:prstGeom prst="straightConnector1">
            <a:avLst/>
          </a:prstGeom>
          <a:noFill/>
          <a:ln cap="flat" cmpd="sng" w="15875">
            <a:solidFill>
              <a:srgbClr val="3F3F3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sp>
        <p:nvSpPr>
          <p:cNvPr id="397" name="Google Shape;397;p32"/>
          <p:cNvSpPr txBox="1"/>
          <p:nvPr/>
        </p:nvSpPr>
        <p:spPr>
          <a:xfrm>
            <a:off x="891540" y="1378458"/>
            <a:ext cx="73725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" sz="900" u="none" cap="none" strike="noStrike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핵심 구현 ⑤ — 인스펙터의 격자는 위젯이 아니라 </a:t>
            </a:r>
            <a:r>
              <a:rPr b="1" i="0" lang="ko" sz="900" u="none" cap="none" strike="noStrike">
                <a:solidFill>
                  <a:srgbClr val="212121"/>
                </a:solidFill>
              </a:rPr>
              <a:t>직접 그린 사각형</a:t>
            </a:r>
            <a:r>
              <a:rPr b="0" i="0" lang="ko" sz="900" u="none" cap="none" strike="noStrike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이다.</a:t>
            </a:r>
            <a:endParaRPr sz="500"/>
          </a:p>
        </p:txBody>
      </p:sp>
      <p:cxnSp>
        <p:nvCxnSpPr>
          <p:cNvPr id="398" name="Google Shape;398;p32"/>
          <p:cNvCxnSpPr/>
          <p:nvPr/>
        </p:nvCxnSpPr>
        <p:spPr>
          <a:xfrm>
            <a:off x="493776" y="1690497"/>
            <a:ext cx="8157591" cy="0"/>
          </a:xfrm>
          <a:prstGeom prst="straightConnector1">
            <a:avLst/>
          </a:prstGeom>
          <a:noFill/>
          <a:ln cap="flat" cmpd="sng" w="15875">
            <a:solidFill>
              <a:srgbClr val="3F3F3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sp>
        <p:nvSpPr>
          <p:cNvPr id="399" name="Google Shape;399;p32"/>
          <p:cNvSpPr/>
          <p:nvPr/>
        </p:nvSpPr>
        <p:spPr>
          <a:xfrm>
            <a:off x="768096" y="1851660"/>
            <a:ext cx="4265676" cy="874395"/>
          </a:xfrm>
          <a:prstGeom prst="roundRect">
            <a:avLst>
              <a:gd fmla="val 5098" name="adj"/>
            </a:avLst>
          </a:prstGeom>
          <a:solidFill>
            <a:srgbClr val="F5F5F5"/>
          </a:solidFill>
          <a:ln cap="flat" cmpd="sng" w="9525">
            <a:solidFill>
              <a:srgbClr val="DDDD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7150" lIns="34275" spcFirstLastPara="1" rIns="34275" wrap="square" tIns="171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0" name="Google Shape;400;p32"/>
          <p:cNvSpPr txBox="1"/>
          <p:nvPr/>
        </p:nvSpPr>
        <p:spPr>
          <a:xfrm>
            <a:off x="905256" y="1988820"/>
            <a:ext cx="3991356" cy="19202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그리기 — 즉시 모드 GUI</a:t>
            </a:r>
            <a:endParaRPr sz="500"/>
          </a:p>
        </p:txBody>
      </p:sp>
      <p:sp>
        <p:nvSpPr>
          <p:cNvPr id="401" name="Google Shape;401;p32"/>
          <p:cNvSpPr txBox="1"/>
          <p:nvPr/>
        </p:nvSpPr>
        <p:spPr>
          <a:xfrm>
            <a:off x="905256" y="2201418"/>
            <a:ext cx="3991500" cy="30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" sz="800" u="none" cap="none" strike="noStrike">
                <a:solidFill>
                  <a:srgbClr val="004CB3"/>
                </a:solidFill>
                <a:latin typeface="Consolas"/>
                <a:ea typeface="Consolas"/>
                <a:cs typeface="Consolas"/>
                <a:sym typeface="Consolas"/>
              </a:rPr>
              <a:t>GetRect</a:t>
            </a:r>
            <a:r>
              <a:rPr b="0" i="0" lang="ko" sz="800" u="none" cap="none" strike="noStrike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로 자리 하나를 받고, 칸의 사각형을 </a:t>
            </a:r>
            <a:r>
              <a:rPr b="0" i="0" lang="ko" sz="800" u="none" cap="none" strike="noStrike">
                <a:solidFill>
                  <a:srgbClr val="004CB3"/>
                </a:solidFill>
                <a:latin typeface="Arial"/>
                <a:ea typeface="Arial"/>
                <a:cs typeface="Arial"/>
                <a:sym typeface="Arial"/>
              </a:rPr>
              <a:t>직접 계산해 채운다.</a:t>
            </a:r>
            <a:endParaRPr sz="500"/>
          </a:p>
          <a:p>
            <a:pPr indent="0" lvl="0" marL="0" marR="0" rtl="0" algn="l">
              <a:lnSpc>
                <a:spcPct val="128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b="0" i="0" lang="ko" sz="800" u="none" cap="none" strike="noStrike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버튼 </a:t>
            </a:r>
            <a:r>
              <a:rPr lang="ko" sz="800">
                <a:solidFill>
                  <a:srgbClr val="212121"/>
                </a:solidFill>
              </a:rPr>
              <a:t>여러</a:t>
            </a:r>
            <a:r>
              <a:rPr b="0" i="0" lang="ko" sz="800" u="none" cap="none" strike="noStrike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개를 만드는 게 아니라 </a:t>
            </a:r>
            <a:r>
              <a:rPr b="0" i="0" lang="ko" sz="800" u="none" cap="none" strike="noStrike">
                <a:solidFill>
                  <a:srgbClr val="004CB3"/>
                </a:solidFill>
                <a:latin typeface="Arial"/>
                <a:ea typeface="Arial"/>
                <a:cs typeface="Arial"/>
                <a:sym typeface="Arial"/>
              </a:rPr>
              <a:t>이벤트마다 다시 그린다.</a:t>
            </a:r>
            <a:endParaRPr sz="500"/>
          </a:p>
        </p:txBody>
      </p:sp>
      <p:sp>
        <p:nvSpPr>
          <p:cNvPr id="402" name="Google Shape;402;p32"/>
          <p:cNvSpPr/>
          <p:nvPr/>
        </p:nvSpPr>
        <p:spPr>
          <a:xfrm>
            <a:off x="768096" y="2828925"/>
            <a:ext cx="4265676" cy="874395"/>
          </a:xfrm>
          <a:prstGeom prst="roundRect">
            <a:avLst>
              <a:gd fmla="val 5098" name="adj"/>
            </a:avLst>
          </a:prstGeom>
          <a:solidFill>
            <a:srgbClr val="F5F5F5"/>
          </a:solidFill>
          <a:ln cap="flat" cmpd="sng" w="9525">
            <a:solidFill>
              <a:srgbClr val="DDDD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7150" lIns="34275" spcFirstLastPara="1" rIns="34275" wrap="square" tIns="171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3" name="Google Shape;403;p32"/>
          <p:cNvSpPr txBox="1"/>
          <p:nvPr/>
        </p:nvSpPr>
        <p:spPr>
          <a:xfrm>
            <a:off x="905256" y="2966085"/>
            <a:ext cx="3991356" cy="19202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칠하기 — 좌표를 번호로</a:t>
            </a:r>
            <a:endParaRPr sz="500"/>
          </a:p>
        </p:txBody>
      </p:sp>
      <p:sp>
        <p:nvSpPr>
          <p:cNvPr id="404" name="Google Shape;404;p32"/>
          <p:cNvSpPr txBox="1"/>
          <p:nvPr/>
        </p:nvSpPr>
        <p:spPr>
          <a:xfrm>
            <a:off x="905256" y="3178683"/>
            <a:ext cx="3991356" cy="38747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" sz="800" u="none" cap="none" strike="noStrike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마우스가 어느 칸인지는 같은 식의 </a:t>
            </a:r>
            <a:r>
              <a:rPr b="0" i="0" lang="ko" sz="800" u="none" cap="none" strike="noStrike">
                <a:solidFill>
                  <a:srgbClr val="004CB3"/>
                </a:solidFill>
                <a:latin typeface="Arial"/>
                <a:ea typeface="Arial"/>
                <a:cs typeface="Arial"/>
                <a:sym typeface="Arial"/>
              </a:rPr>
              <a:t>역산</a:t>
            </a:r>
            <a:r>
              <a:rPr b="0" i="0" lang="ko" sz="800" u="none" cap="none" strike="noStrike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이다.</a:t>
            </a:r>
            <a:endParaRPr sz="500"/>
          </a:p>
          <a:p>
            <a:pPr indent="0" lvl="0" marL="0" marR="0" rtl="0" algn="l">
              <a:lnSpc>
                <a:spcPct val="128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b="0" i="0" lang="ko" sz="800" u="none" cap="none" strike="noStrike">
                <a:solidFill>
                  <a:srgbClr val="004CB3"/>
                </a:solidFill>
                <a:latin typeface="Arial"/>
                <a:ea typeface="Arial"/>
                <a:cs typeface="Arial"/>
                <a:sym typeface="Arial"/>
              </a:rPr>
              <a:t>같은 칸은 한 드래그에서 한 번만</a:t>
            </a:r>
            <a:r>
              <a:rPr b="0" i="0" lang="ko" sz="800" u="none" cap="none" strike="noStrike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 처리한다 — 안 막으면 Undo 기록이 수십 개 쌓인다.</a:t>
            </a:r>
            <a:endParaRPr sz="500"/>
          </a:p>
        </p:txBody>
      </p:sp>
      <p:sp>
        <p:nvSpPr>
          <p:cNvPr id="405" name="Google Shape;405;p32"/>
          <p:cNvSpPr/>
          <p:nvPr/>
        </p:nvSpPr>
        <p:spPr>
          <a:xfrm>
            <a:off x="768096" y="3806190"/>
            <a:ext cx="4265676" cy="805815"/>
          </a:xfrm>
          <a:prstGeom prst="roundRect">
            <a:avLst>
              <a:gd fmla="val 5531" name="adj"/>
            </a:avLst>
          </a:prstGeom>
          <a:solidFill>
            <a:srgbClr val="ECF3FF"/>
          </a:solidFill>
          <a:ln>
            <a:noFill/>
          </a:ln>
        </p:spPr>
        <p:txBody>
          <a:bodyPr anchorCtr="0" anchor="ctr" bIns="17150" lIns="34275" spcFirstLastPara="1" rIns="34275" wrap="square" tIns="171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6" name="Google Shape;406;p32"/>
          <p:cNvSpPr/>
          <p:nvPr/>
        </p:nvSpPr>
        <p:spPr>
          <a:xfrm>
            <a:off x="768096" y="3806190"/>
            <a:ext cx="58293" cy="805815"/>
          </a:xfrm>
          <a:prstGeom prst="rect">
            <a:avLst/>
          </a:prstGeom>
          <a:solidFill>
            <a:srgbClr val="0073FF"/>
          </a:solidFill>
          <a:ln>
            <a:noFill/>
          </a:ln>
        </p:spPr>
        <p:txBody>
          <a:bodyPr anchorCtr="0" anchor="ctr" bIns="17150" lIns="34275" spcFirstLastPara="1" rIns="34275" wrap="square" tIns="171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7" name="Google Shape;407;p32"/>
          <p:cNvSpPr txBox="1"/>
          <p:nvPr/>
        </p:nvSpPr>
        <p:spPr>
          <a:xfrm>
            <a:off x="1059561" y="3881628"/>
            <a:ext cx="3682746" cy="65493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" sz="1000" u="none" cap="none" strike="noStrike">
                <a:solidFill>
                  <a:srgbClr val="004CB3"/>
                </a:solidFill>
                <a:latin typeface="Arial"/>
                <a:ea typeface="Arial"/>
                <a:cs typeface="Arial"/>
                <a:sym typeface="Arial"/>
              </a:rPr>
              <a:t>그리는 코드는 한 벌, 편집 상태는 각자</a:t>
            </a:r>
            <a:endParaRPr sz="500"/>
          </a:p>
          <a:p>
            <a:pPr indent="0" lvl="0" marL="0" marR="0" rtl="0" algn="l">
              <a:lnSpc>
                <a:spcPct val="122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ko" sz="800" u="none" cap="none" strike="noStrike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인스펙터와 전용 창이 </a:t>
            </a:r>
            <a:r>
              <a:rPr b="0" i="0" lang="ko" sz="800" u="none" cap="none" strike="noStrike">
                <a:solidFill>
                  <a:srgbClr val="004CB3"/>
                </a:solidFill>
                <a:latin typeface="Arial"/>
                <a:ea typeface="Arial"/>
                <a:cs typeface="Arial"/>
                <a:sym typeface="Arial"/>
              </a:rPr>
              <a:t>같은 그리기 코드</a:t>
            </a:r>
            <a:r>
              <a:rPr b="0" i="0" lang="ko" sz="800" u="none" cap="none" strike="noStrike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를 부르고, 「어느 칸을 칠하는 중인가」만 </a:t>
            </a:r>
            <a:r>
              <a:rPr b="0" i="0" lang="ko" sz="800" u="none" cap="none" strike="noStrike">
                <a:solidFill>
                  <a:srgbClr val="004CB3"/>
                </a:solidFill>
                <a:latin typeface="Arial"/>
                <a:ea typeface="Arial"/>
                <a:cs typeface="Arial"/>
                <a:sym typeface="Arial"/>
              </a:rPr>
              <a:t>창마다 하나씩</a:t>
            </a:r>
            <a:r>
              <a:rPr b="0" i="0" lang="ko" sz="800" u="none" cap="none" strike="noStrike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 들고 넘긴다 — </a:t>
            </a:r>
            <a:r>
              <a:rPr b="0" i="0" lang="ko" sz="800" u="none" cap="none" strike="noStrike">
                <a:solidFill>
                  <a:srgbClr val="004CB3"/>
                </a:solidFill>
                <a:latin typeface="Consolas"/>
                <a:ea typeface="Consolas"/>
                <a:cs typeface="Consolas"/>
                <a:sym typeface="Consolas"/>
              </a:rPr>
              <a:t>static</a:t>
            </a:r>
            <a:r>
              <a:rPr b="0" i="0" lang="ko" sz="800" u="none" cap="none" strike="noStrike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이면 서로 덮어써 드래그가 끊긴다.</a:t>
            </a:r>
            <a:endParaRPr sz="500"/>
          </a:p>
        </p:txBody>
      </p:sp>
      <p:pic>
        <p:nvPicPr>
          <p:cNvPr id="408" name="Google Shape;408;p3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63396" y="1686287"/>
            <a:ext cx="4480599" cy="3372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2" name="Shape 4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3" name="Google Shape;413;p33"/>
          <p:cNvSpPr/>
          <p:nvPr/>
        </p:nvSpPr>
        <p:spPr>
          <a:xfrm>
            <a:off x="267462" y="596646"/>
            <a:ext cx="8613648" cy="4296537"/>
          </a:xfrm>
          <a:prstGeom prst="roundRect">
            <a:avLst>
              <a:gd fmla="val 1117" name="adj"/>
            </a:avLst>
          </a:prstGeom>
          <a:solidFill>
            <a:srgbClr val="FFFFFF"/>
          </a:solidFill>
          <a:ln>
            <a:noFill/>
          </a:ln>
          <a:effectLst>
            <a:outerShdw blurRad="76200" rotWithShape="0" dir="5400000" dist="25400">
              <a:srgbClr val="000000">
                <a:alpha val="9020"/>
              </a:srgbClr>
            </a:outerShdw>
          </a:effectLst>
        </p:spPr>
        <p:txBody>
          <a:bodyPr anchorCtr="0" anchor="ctr" bIns="17150" lIns="34275" spcFirstLastPara="1" rIns="34275" wrap="square" tIns="171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4" name="Google Shape;414;p33"/>
          <p:cNvSpPr/>
          <p:nvPr/>
        </p:nvSpPr>
        <p:spPr>
          <a:xfrm>
            <a:off x="267462" y="253746"/>
            <a:ext cx="8613648" cy="318897"/>
          </a:xfrm>
          <a:prstGeom prst="roundRect">
            <a:avLst>
              <a:gd fmla="val 12903" name="adj"/>
            </a:avLst>
          </a:prstGeom>
          <a:solidFill>
            <a:srgbClr val="1D1D1D"/>
          </a:solidFill>
          <a:ln>
            <a:noFill/>
          </a:ln>
        </p:spPr>
        <p:txBody>
          <a:bodyPr anchorCtr="0" anchor="ctr" bIns="17150" lIns="34275" spcFirstLastPara="1" rIns="34275" wrap="square" tIns="171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5" name="Google Shape;415;p33"/>
          <p:cNvSpPr txBox="1"/>
          <p:nvPr/>
        </p:nvSpPr>
        <p:spPr>
          <a:xfrm>
            <a:off x="510921" y="322326"/>
            <a:ext cx="2057400" cy="1885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ChainRiposte</a:t>
            </a:r>
            <a:endParaRPr sz="500"/>
          </a:p>
        </p:txBody>
      </p:sp>
      <p:sp>
        <p:nvSpPr>
          <p:cNvPr id="416" name="Google Shape;416;p33"/>
          <p:cNvSpPr txBox="1"/>
          <p:nvPr/>
        </p:nvSpPr>
        <p:spPr>
          <a:xfrm>
            <a:off x="6480810" y="342900"/>
            <a:ext cx="2160270" cy="1543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" sz="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2026-08</a:t>
            </a:r>
            <a:endParaRPr sz="500"/>
          </a:p>
        </p:txBody>
      </p:sp>
      <p:cxnSp>
        <p:nvCxnSpPr>
          <p:cNvPr id="417" name="Google Shape;417;p33"/>
          <p:cNvCxnSpPr/>
          <p:nvPr/>
        </p:nvCxnSpPr>
        <p:spPr>
          <a:xfrm>
            <a:off x="500634" y="4670298"/>
            <a:ext cx="7975854" cy="0"/>
          </a:xfrm>
          <a:prstGeom prst="straightConnector1">
            <a:avLst/>
          </a:prstGeom>
          <a:noFill/>
          <a:ln cap="flat" cmpd="sng" w="13950">
            <a:solidFill>
              <a:srgbClr val="3F3F3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sp>
        <p:nvSpPr>
          <p:cNvPr id="418" name="Google Shape;418;p33"/>
          <p:cNvSpPr txBox="1"/>
          <p:nvPr/>
        </p:nvSpPr>
        <p:spPr>
          <a:xfrm>
            <a:off x="6652260" y="4714875"/>
            <a:ext cx="2023110" cy="1543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" sz="700" u="none" cap="none" strike="noStrike">
                <a:solidFill>
                  <a:srgbClr val="1D1D1D"/>
                </a:solidFill>
                <a:latin typeface="Arial"/>
                <a:ea typeface="Arial"/>
                <a:cs typeface="Arial"/>
                <a:sym typeface="Arial"/>
              </a:rPr>
              <a:t>9</a:t>
            </a:r>
            <a:endParaRPr sz="500"/>
          </a:p>
        </p:txBody>
      </p:sp>
      <p:sp>
        <p:nvSpPr>
          <p:cNvPr id="419" name="Google Shape;419;p33"/>
          <p:cNvSpPr txBox="1"/>
          <p:nvPr/>
        </p:nvSpPr>
        <p:spPr>
          <a:xfrm>
            <a:off x="1443609" y="706374"/>
            <a:ext cx="6257925" cy="46291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" sz="2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리듬 패링 전투 — 채보와 판정</a:t>
            </a:r>
            <a:endParaRPr sz="500"/>
          </a:p>
        </p:txBody>
      </p:sp>
      <p:cxnSp>
        <p:nvCxnSpPr>
          <p:cNvPr id="420" name="Google Shape;420;p33"/>
          <p:cNvCxnSpPr/>
          <p:nvPr/>
        </p:nvCxnSpPr>
        <p:spPr>
          <a:xfrm>
            <a:off x="493776" y="1248156"/>
            <a:ext cx="8157591" cy="0"/>
          </a:xfrm>
          <a:prstGeom prst="straightConnector1">
            <a:avLst/>
          </a:prstGeom>
          <a:noFill/>
          <a:ln cap="flat" cmpd="sng" w="15875">
            <a:solidFill>
              <a:srgbClr val="3F3F3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sp>
        <p:nvSpPr>
          <p:cNvPr id="421" name="Google Shape;421;p33"/>
          <p:cNvSpPr txBox="1"/>
          <p:nvPr/>
        </p:nvSpPr>
        <p:spPr>
          <a:xfrm>
            <a:off x="891540" y="1378458"/>
            <a:ext cx="73725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" sz="900" u="none" cap="none" strike="noStrike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핵심 구현 ⑥ — 보스 공격은 애니메이션이 아니라 </a:t>
            </a:r>
            <a:r>
              <a:rPr b="1" i="0" lang="ko" sz="900" u="none" cap="none" strike="noStrike">
                <a:solidFill>
                  <a:srgbClr val="212121"/>
                </a:solidFill>
              </a:rPr>
              <a:t>악보</a:t>
            </a:r>
            <a:r>
              <a:rPr b="0" i="0" lang="ko" sz="900" u="none" cap="none" strike="noStrike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다.</a:t>
            </a:r>
            <a:endParaRPr sz="500"/>
          </a:p>
        </p:txBody>
      </p:sp>
      <p:cxnSp>
        <p:nvCxnSpPr>
          <p:cNvPr id="422" name="Google Shape;422;p33"/>
          <p:cNvCxnSpPr/>
          <p:nvPr/>
        </p:nvCxnSpPr>
        <p:spPr>
          <a:xfrm>
            <a:off x="493776" y="1690497"/>
            <a:ext cx="8157591" cy="0"/>
          </a:xfrm>
          <a:prstGeom prst="straightConnector1">
            <a:avLst/>
          </a:prstGeom>
          <a:noFill/>
          <a:ln cap="flat" cmpd="sng" w="15875">
            <a:solidFill>
              <a:srgbClr val="3F3F3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sp>
        <p:nvSpPr>
          <p:cNvPr id="423" name="Google Shape;423;p33"/>
          <p:cNvSpPr/>
          <p:nvPr/>
        </p:nvSpPr>
        <p:spPr>
          <a:xfrm>
            <a:off x="768096" y="1851660"/>
            <a:ext cx="4608576" cy="857250"/>
          </a:xfrm>
          <a:prstGeom prst="roundRect">
            <a:avLst>
              <a:gd fmla="val 5200" name="adj"/>
            </a:avLst>
          </a:prstGeom>
          <a:solidFill>
            <a:srgbClr val="F5F5F5"/>
          </a:solidFill>
          <a:ln cap="flat" cmpd="sng" w="9525">
            <a:solidFill>
              <a:srgbClr val="DDDD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7150" lIns="34275" spcFirstLastPara="1" rIns="34275" wrap="square" tIns="171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4" name="Google Shape;424;p33"/>
          <p:cNvSpPr txBox="1"/>
          <p:nvPr/>
        </p:nvSpPr>
        <p:spPr>
          <a:xfrm>
            <a:off x="905256" y="1988820"/>
            <a:ext cx="4334256" cy="19202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데이터 — 노트 = 값 3개</a:t>
            </a:r>
            <a:endParaRPr sz="500"/>
          </a:p>
        </p:txBody>
      </p:sp>
      <p:sp>
        <p:nvSpPr>
          <p:cNvPr id="425" name="Google Shape;425;p33"/>
          <p:cNvSpPr txBox="1"/>
          <p:nvPr/>
        </p:nvSpPr>
        <p:spPr>
          <a:xfrm>
            <a:off x="905256" y="2201418"/>
            <a:ext cx="4334256" cy="3703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" sz="800" u="none" cap="none" strike="noStrike">
                <a:solidFill>
                  <a:srgbClr val="004CB3"/>
                </a:solidFill>
                <a:latin typeface="Arial"/>
                <a:ea typeface="Arial"/>
                <a:cs typeface="Arial"/>
                <a:sym typeface="Arial"/>
              </a:rPr>
              <a:t>타격 시점(박) · 예비동작 길이(박) · 피해.</a:t>
            </a:r>
            <a:r>
              <a:rPr b="0" i="0" lang="ko" sz="800" u="none" cap="none" strike="noStrike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 패턴 = BPM + 길이 + 노트 목록.</a:t>
            </a:r>
            <a:endParaRPr sz="500"/>
          </a:p>
          <a:p>
            <a:pPr indent="0" lvl="0" marL="0" marR="0" rtl="0" algn="l">
              <a:lnSpc>
                <a:spcPct val="128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b="0" i="0" lang="ko" sz="800" u="none" cap="none" strike="noStrike">
                <a:solidFill>
                  <a:srgbClr val="004CB3"/>
                </a:solidFill>
                <a:latin typeface="Arial"/>
                <a:ea typeface="Arial"/>
                <a:cs typeface="Arial"/>
                <a:sym typeface="Arial"/>
              </a:rPr>
              <a:t>연속기는 별도 타입이 아니라 촘촘히 찍은 노트</a:t>
            </a:r>
            <a:r>
              <a:rPr b="0" i="0" lang="ko" sz="800" u="none" cap="none" strike="noStrike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다.</a:t>
            </a:r>
            <a:endParaRPr sz="500"/>
          </a:p>
        </p:txBody>
      </p:sp>
      <p:sp>
        <p:nvSpPr>
          <p:cNvPr id="426" name="Google Shape;426;p33"/>
          <p:cNvSpPr/>
          <p:nvPr/>
        </p:nvSpPr>
        <p:spPr>
          <a:xfrm>
            <a:off x="768096" y="2798064"/>
            <a:ext cx="4608576" cy="874395"/>
          </a:xfrm>
          <a:prstGeom prst="roundRect">
            <a:avLst>
              <a:gd fmla="val 5098" name="adj"/>
            </a:avLst>
          </a:prstGeom>
          <a:solidFill>
            <a:srgbClr val="F5F5F5"/>
          </a:solidFill>
          <a:ln cap="flat" cmpd="sng" w="9525">
            <a:solidFill>
              <a:srgbClr val="DDDD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7150" lIns="34275" spcFirstLastPara="1" rIns="34275" wrap="square" tIns="171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7" name="Google Shape;427;p33"/>
          <p:cNvSpPr txBox="1"/>
          <p:nvPr/>
        </p:nvSpPr>
        <p:spPr>
          <a:xfrm>
            <a:off x="905256" y="2935224"/>
            <a:ext cx="4334256" cy="19202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판정 — 누른 순간 결판</a:t>
            </a:r>
            <a:endParaRPr sz="500"/>
          </a:p>
        </p:txBody>
      </p:sp>
      <p:sp>
        <p:nvSpPr>
          <p:cNvPr id="428" name="Google Shape;428;p33"/>
          <p:cNvSpPr txBox="1"/>
          <p:nvPr/>
        </p:nvSpPr>
        <p:spPr>
          <a:xfrm>
            <a:off x="905256" y="3147822"/>
            <a:ext cx="4334256" cy="38747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" sz="800" u="none" cap="none" strike="noStrike">
                <a:solidFill>
                  <a:srgbClr val="004CB3"/>
                </a:solidFill>
                <a:latin typeface="Consolas"/>
                <a:ea typeface="Consolas"/>
                <a:cs typeface="Consolas"/>
                <a:sym typeface="Consolas"/>
              </a:rPr>
              <a:t>[타격 − 윈도우, 타격 + 유예]</a:t>
            </a:r>
            <a:r>
              <a:rPr b="0" i="0" lang="ko" sz="800" u="none" cap="none" strike="noStrike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 안의 노트 중 </a:t>
            </a:r>
            <a:r>
              <a:rPr b="0" i="0" lang="ko" sz="800" u="none" cap="none" strike="noStrike">
                <a:solidFill>
                  <a:srgbClr val="004CB3"/>
                </a:solidFill>
                <a:latin typeface="Arial"/>
                <a:ea typeface="Arial"/>
                <a:cs typeface="Arial"/>
                <a:sym typeface="Arial"/>
              </a:rPr>
              <a:t>가장 임박한 하나</a:t>
            </a:r>
            <a:r>
              <a:rPr b="0" i="0" lang="ko" sz="800" u="none" cap="none" strike="noStrike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를 그 자리에서 지운다.</a:t>
            </a:r>
            <a:endParaRPr sz="500"/>
          </a:p>
          <a:p>
            <a:pPr indent="0" lvl="0" marL="0" marR="0" rtl="0" algn="l">
              <a:lnSpc>
                <a:spcPct val="128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b="0" i="0" lang="ko" sz="800" u="none" cap="none" strike="noStrike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밖에서 누르면 </a:t>
            </a:r>
            <a:r>
              <a:rPr b="0" i="0" lang="ko" sz="800" u="none" cap="none" strike="noStrike">
                <a:solidFill>
                  <a:srgbClr val="004CB3"/>
                </a:solidFill>
                <a:latin typeface="Arial"/>
                <a:ea typeface="Arial"/>
                <a:cs typeface="Arial"/>
                <a:sym typeface="Arial"/>
              </a:rPr>
              <a:t>헛침</a:t>
            </a:r>
            <a:r>
              <a:rPr b="0" i="0" lang="ko" sz="800" u="none" cap="none" strike="noStrike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 — 잠기고 </a:t>
            </a:r>
            <a:r>
              <a:rPr b="0" i="0" lang="ko" sz="800" u="none" cap="none" strike="noStrike">
                <a:solidFill>
                  <a:srgbClr val="004CB3"/>
                </a:solidFill>
                <a:latin typeface="Arial"/>
                <a:ea typeface="Arial"/>
                <a:cs typeface="Arial"/>
                <a:sym typeface="Arial"/>
              </a:rPr>
              <a:t>보스가 체간을 되찾는다.</a:t>
            </a:r>
            <a:endParaRPr sz="500"/>
          </a:p>
        </p:txBody>
      </p:sp>
      <p:sp>
        <p:nvSpPr>
          <p:cNvPr id="429" name="Google Shape;429;p33"/>
          <p:cNvSpPr/>
          <p:nvPr/>
        </p:nvSpPr>
        <p:spPr>
          <a:xfrm>
            <a:off x="768096" y="3761613"/>
            <a:ext cx="4608576" cy="850392"/>
          </a:xfrm>
          <a:prstGeom prst="roundRect">
            <a:avLst>
              <a:gd fmla="val 5241" name="adj"/>
            </a:avLst>
          </a:prstGeom>
          <a:solidFill>
            <a:srgbClr val="F5F5F5"/>
          </a:solidFill>
          <a:ln cap="flat" cmpd="sng" w="9525">
            <a:solidFill>
              <a:srgbClr val="DDDD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7150" lIns="34275" spcFirstLastPara="1" rIns="34275" wrap="square" tIns="171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0" name="Google Shape;430;p33"/>
          <p:cNvSpPr txBox="1"/>
          <p:nvPr/>
        </p:nvSpPr>
        <p:spPr>
          <a:xfrm>
            <a:off x="905256" y="3898773"/>
            <a:ext cx="4334256" cy="19202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표시 — 거리 = 남은 시간</a:t>
            </a:r>
            <a:endParaRPr sz="500"/>
          </a:p>
        </p:txBody>
      </p:sp>
      <p:sp>
        <p:nvSpPr>
          <p:cNvPr id="431" name="Google Shape;431;p33"/>
          <p:cNvSpPr txBox="1"/>
          <p:nvPr/>
        </p:nvSpPr>
        <p:spPr>
          <a:xfrm>
            <a:off x="905256" y="4111371"/>
            <a:ext cx="4334256" cy="36347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" sz="800" u="none" cap="none" strike="noStrike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반지름을 </a:t>
            </a:r>
            <a:r>
              <a:rPr b="0" i="0" lang="ko" sz="800" u="none" cap="none" strike="noStrike">
                <a:solidFill>
                  <a:srgbClr val="004CB3"/>
                </a:solidFill>
                <a:latin typeface="Arial"/>
                <a:ea typeface="Arial"/>
                <a:cs typeface="Arial"/>
                <a:sym typeface="Arial"/>
              </a:rPr>
              <a:t>`1 + 남은시간 × 접근속도`</a:t>
            </a:r>
            <a:r>
              <a:rPr b="0" i="0" lang="ko" sz="800" u="none" cap="none" strike="noStrike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로 정한다 → 회색 띠의 </a:t>
            </a:r>
            <a:r>
              <a:rPr b="0" i="0" lang="ko" sz="800" u="none" cap="none" strike="noStrike">
                <a:solidFill>
                  <a:srgbClr val="004CB3"/>
                </a:solidFill>
                <a:latin typeface="Arial"/>
                <a:ea typeface="Arial"/>
                <a:cs typeface="Arial"/>
                <a:sym typeface="Arial"/>
              </a:rPr>
              <a:t>두께가 곧 판정 폭</a:t>
            </a:r>
            <a:r>
              <a:rPr b="0" i="0" lang="ko" sz="800" u="none" cap="none" strike="noStrike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이다.</a:t>
            </a:r>
            <a:endParaRPr sz="500"/>
          </a:p>
          <a:p>
            <a:pPr indent="0" lvl="0" marL="0" marR="0" rtl="0" algn="l">
              <a:lnSpc>
                <a:spcPct val="128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b="0" i="0" lang="ko" sz="800" u="none" cap="none" strike="noStrike">
                <a:solidFill>
                  <a:srgbClr val="004CB3"/>
                </a:solidFill>
                <a:latin typeface="Arial"/>
                <a:ea typeface="Arial"/>
                <a:cs typeface="Arial"/>
                <a:sym typeface="Arial"/>
              </a:rPr>
              <a:t>흰 원의 안쪽 테두리가 노트의 위치</a:t>
            </a:r>
            <a:r>
              <a:rPr b="0" i="0" lang="ko" sz="800" u="none" cap="none" strike="noStrike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이고, 띠에 겹친 동안이 성공 구간이다.</a:t>
            </a:r>
            <a:endParaRPr sz="500"/>
          </a:p>
        </p:txBody>
      </p:sp>
      <p:pic>
        <p:nvPicPr>
          <p:cNvPr id="432" name="Google Shape;432;p33" title="parry-ezgif.com-video-to-gif-converter.gif"/>
          <p:cNvPicPr preferRelativeResize="0"/>
          <p:nvPr/>
        </p:nvPicPr>
        <p:blipFill rotWithShape="1">
          <a:blip r:embed="rId3">
            <a:alphaModFix/>
          </a:blip>
          <a:srcRect b="0" l="34033" r="34211" t="0"/>
          <a:stretch/>
        </p:blipFill>
        <p:spPr>
          <a:xfrm>
            <a:off x="5973125" y="1690500"/>
            <a:ext cx="1932012" cy="3422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6" name="Shape 4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7" name="Google Shape;437;p34"/>
          <p:cNvSpPr/>
          <p:nvPr/>
        </p:nvSpPr>
        <p:spPr>
          <a:xfrm>
            <a:off x="267462" y="596646"/>
            <a:ext cx="8613648" cy="4296537"/>
          </a:xfrm>
          <a:prstGeom prst="roundRect">
            <a:avLst>
              <a:gd fmla="val 1117" name="adj"/>
            </a:avLst>
          </a:prstGeom>
          <a:solidFill>
            <a:srgbClr val="FFFFFF"/>
          </a:solidFill>
          <a:ln>
            <a:noFill/>
          </a:ln>
          <a:effectLst>
            <a:outerShdw blurRad="76200" rotWithShape="0" dir="5400000" dist="25400">
              <a:srgbClr val="000000">
                <a:alpha val="9020"/>
              </a:srgbClr>
            </a:outerShdw>
          </a:effectLst>
        </p:spPr>
        <p:txBody>
          <a:bodyPr anchorCtr="0" anchor="ctr" bIns="17150" lIns="34275" spcFirstLastPara="1" rIns="34275" wrap="square" tIns="171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8" name="Google Shape;438;p34"/>
          <p:cNvSpPr/>
          <p:nvPr/>
        </p:nvSpPr>
        <p:spPr>
          <a:xfrm>
            <a:off x="267462" y="253746"/>
            <a:ext cx="8613648" cy="318897"/>
          </a:xfrm>
          <a:prstGeom prst="roundRect">
            <a:avLst>
              <a:gd fmla="val 12903" name="adj"/>
            </a:avLst>
          </a:prstGeom>
          <a:solidFill>
            <a:srgbClr val="1D1D1D"/>
          </a:solidFill>
          <a:ln>
            <a:noFill/>
          </a:ln>
        </p:spPr>
        <p:txBody>
          <a:bodyPr anchorCtr="0" anchor="ctr" bIns="17150" lIns="34275" spcFirstLastPara="1" rIns="34275" wrap="square" tIns="171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9" name="Google Shape;439;p34"/>
          <p:cNvSpPr txBox="1"/>
          <p:nvPr/>
        </p:nvSpPr>
        <p:spPr>
          <a:xfrm>
            <a:off x="510921" y="322326"/>
            <a:ext cx="2057400" cy="1885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ChainRiposte</a:t>
            </a:r>
            <a:endParaRPr sz="500"/>
          </a:p>
        </p:txBody>
      </p:sp>
      <p:sp>
        <p:nvSpPr>
          <p:cNvPr id="440" name="Google Shape;440;p34"/>
          <p:cNvSpPr txBox="1"/>
          <p:nvPr/>
        </p:nvSpPr>
        <p:spPr>
          <a:xfrm>
            <a:off x="6480810" y="342900"/>
            <a:ext cx="2160270" cy="1543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" sz="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2026-08</a:t>
            </a:r>
            <a:endParaRPr sz="500"/>
          </a:p>
        </p:txBody>
      </p:sp>
      <p:cxnSp>
        <p:nvCxnSpPr>
          <p:cNvPr id="441" name="Google Shape;441;p34"/>
          <p:cNvCxnSpPr/>
          <p:nvPr/>
        </p:nvCxnSpPr>
        <p:spPr>
          <a:xfrm>
            <a:off x="500634" y="4670298"/>
            <a:ext cx="7975854" cy="0"/>
          </a:xfrm>
          <a:prstGeom prst="straightConnector1">
            <a:avLst/>
          </a:prstGeom>
          <a:noFill/>
          <a:ln cap="flat" cmpd="sng" w="13950">
            <a:solidFill>
              <a:srgbClr val="3F3F3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sp>
        <p:nvSpPr>
          <p:cNvPr id="442" name="Google Shape;442;p34"/>
          <p:cNvSpPr txBox="1"/>
          <p:nvPr/>
        </p:nvSpPr>
        <p:spPr>
          <a:xfrm>
            <a:off x="6652260" y="4714875"/>
            <a:ext cx="2023110" cy="1543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" sz="700" u="none" cap="none" strike="noStrike">
                <a:solidFill>
                  <a:srgbClr val="1D1D1D"/>
                </a:solidFill>
                <a:latin typeface="Arial"/>
                <a:ea typeface="Arial"/>
                <a:cs typeface="Arial"/>
                <a:sym typeface="Arial"/>
              </a:rPr>
              <a:t>10</a:t>
            </a:r>
            <a:endParaRPr sz="500"/>
          </a:p>
        </p:txBody>
      </p:sp>
      <p:sp>
        <p:nvSpPr>
          <p:cNvPr id="443" name="Google Shape;443;p34"/>
          <p:cNvSpPr txBox="1"/>
          <p:nvPr/>
        </p:nvSpPr>
        <p:spPr>
          <a:xfrm>
            <a:off x="1443609" y="706374"/>
            <a:ext cx="6257925" cy="46291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" sz="2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프레임에 기대지 않는 시간</a:t>
            </a:r>
            <a:endParaRPr sz="500"/>
          </a:p>
        </p:txBody>
      </p:sp>
      <p:cxnSp>
        <p:nvCxnSpPr>
          <p:cNvPr id="444" name="Google Shape;444;p34"/>
          <p:cNvCxnSpPr/>
          <p:nvPr/>
        </p:nvCxnSpPr>
        <p:spPr>
          <a:xfrm>
            <a:off x="493776" y="1248156"/>
            <a:ext cx="8157591" cy="0"/>
          </a:xfrm>
          <a:prstGeom prst="straightConnector1">
            <a:avLst/>
          </a:prstGeom>
          <a:noFill/>
          <a:ln cap="flat" cmpd="sng" w="15875">
            <a:solidFill>
              <a:srgbClr val="3F3F3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sp>
        <p:nvSpPr>
          <p:cNvPr id="445" name="Google Shape;445;p34"/>
          <p:cNvSpPr txBox="1"/>
          <p:nvPr/>
        </p:nvSpPr>
        <p:spPr>
          <a:xfrm>
            <a:off x="891540" y="1378458"/>
            <a:ext cx="73725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" sz="900" u="none" cap="none" strike="noStrike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핵심 구현 ⑦ — 같은 입력이면 프레임레이트가 달라도 </a:t>
            </a:r>
            <a:r>
              <a:rPr b="1" i="0" lang="ko" sz="900" u="none" cap="none" strike="noStrike">
                <a:solidFill>
                  <a:srgbClr val="212121"/>
                </a:solidFill>
              </a:rPr>
              <a:t>같은 결과</a:t>
            </a:r>
            <a:r>
              <a:rPr b="0" i="0" lang="ko" sz="900" u="none" cap="none" strike="noStrike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가 나온다.</a:t>
            </a:r>
            <a:endParaRPr sz="500"/>
          </a:p>
        </p:txBody>
      </p:sp>
      <p:cxnSp>
        <p:nvCxnSpPr>
          <p:cNvPr id="446" name="Google Shape;446;p34"/>
          <p:cNvCxnSpPr/>
          <p:nvPr/>
        </p:nvCxnSpPr>
        <p:spPr>
          <a:xfrm>
            <a:off x="493776" y="1690497"/>
            <a:ext cx="8157591" cy="0"/>
          </a:xfrm>
          <a:prstGeom prst="straightConnector1">
            <a:avLst/>
          </a:prstGeom>
          <a:noFill/>
          <a:ln cap="flat" cmpd="sng" w="15875">
            <a:solidFill>
              <a:srgbClr val="3F3F3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sp>
        <p:nvSpPr>
          <p:cNvPr id="447" name="Google Shape;447;p34"/>
          <p:cNvSpPr/>
          <p:nvPr/>
        </p:nvSpPr>
        <p:spPr>
          <a:xfrm>
            <a:off x="768096" y="1851660"/>
            <a:ext cx="7608951" cy="634365"/>
          </a:xfrm>
          <a:prstGeom prst="roundRect">
            <a:avLst>
              <a:gd fmla="val 7027" name="adj"/>
            </a:avLst>
          </a:prstGeom>
          <a:solidFill>
            <a:srgbClr val="FDF0EF"/>
          </a:solidFill>
          <a:ln>
            <a:noFill/>
          </a:ln>
        </p:spPr>
        <p:txBody>
          <a:bodyPr anchorCtr="0" anchor="ctr" bIns="17150" lIns="34275" spcFirstLastPara="1" rIns="34275" wrap="square" tIns="171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8" name="Google Shape;448;p34"/>
          <p:cNvSpPr/>
          <p:nvPr/>
        </p:nvSpPr>
        <p:spPr>
          <a:xfrm>
            <a:off x="768096" y="1851660"/>
            <a:ext cx="58293" cy="634365"/>
          </a:xfrm>
          <a:prstGeom prst="rect">
            <a:avLst/>
          </a:prstGeom>
          <a:solidFill>
            <a:srgbClr val="D1362B"/>
          </a:solidFill>
          <a:ln>
            <a:noFill/>
          </a:ln>
        </p:spPr>
        <p:txBody>
          <a:bodyPr anchorCtr="0" anchor="ctr" bIns="17150" lIns="34275" spcFirstLastPara="1" rIns="34275" wrap="square" tIns="171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9" name="Google Shape;449;p34"/>
          <p:cNvSpPr txBox="1"/>
          <p:nvPr/>
        </p:nvSpPr>
        <p:spPr>
          <a:xfrm>
            <a:off x="1076706" y="1920240"/>
            <a:ext cx="6991731" cy="49720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" sz="1100" u="none" cap="none" strike="noStrike">
                <a:solidFill>
                  <a:srgbClr val="D1362B"/>
                </a:solidFill>
                <a:latin typeface="Arial"/>
                <a:ea typeface="Arial"/>
                <a:cs typeface="Arial"/>
                <a:sym typeface="Arial"/>
              </a:rPr>
              <a:t>문제 — 매 프레임 </a:t>
            </a:r>
            <a:r>
              <a:rPr b="0" i="0" lang="ko" sz="1000" u="none" cap="none" strike="noStrike">
                <a:solidFill>
                  <a:srgbClr val="004CB3"/>
                </a:solidFill>
                <a:latin typeface="Consolas"/>
                <a:ea typeface="Consolas"/>
                <a:cs typeface="Consolas"/>
                <a:sym typeface="Consolas"/>
              </a:rPr>
              <a:t>dt</a:t>
            </a:r>
            <a:r>
              <a:rPr b="0" i="0" lang="ko" sz="1100" u="none" cap="none" strike="noStrike">
                <a:solidFill>
                  <a:srgbClr val="D1362B"/>
                </a:solidFill>
                <a:latin typeface="Arial"/>
                <a:ea typeface="Arial"/>
                <a:cs typeface="Arial"/>
                <a:sym typeface="Arial"/>
              </a:rPr>
              <a:t>만큼 통째로 굴리면</a:t>
            </a:r>
            <a:endParaRPr sz="500"/>
          </a:p>
          <a:p>
            <a:pPr indent="0" lvl="0" marL="0" marR="0" rtl="0" algn="l">
              <a:lnSpc>
                <a:spcPct val="122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ko" sz="900" u="none" cap="none" strike="noStrike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타격 · 판정 만료 · 예비동작 시작이 </a:t>
            </a:r>
            <a:r>
              <a:rPr b="0" i="0" lang="ko" sz="900" u="none" cap="none" strike="noStrike">
                <a:solidFill>
                  <a:srgbClr val="D1362B"/>
                </a:solidFill>
                <a:latin typeface="Arial"/>
                <a:ea typeface="Arial"/>
                <a:cs typeface="Arial"/>
                <a:sym typeface="Arial"/>
              </a:rPr>
              <a:t>한 프레임 안에 뭉쳐</a:t>
            </a:r>
            <a:r>
              <a:rPr b="0" i="0" lang="ko" sz="900" u="none" cap="none" strike="noStrike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 순서가 뒤바뀌고, 처리도 최대 한 프레임 늦는다.</a:t>
            </a:r>
            <a:endParaRPr sz="500"/>
          </a:p>
        </p:txBody>
      </p:sp>
      <p:sp>
        <p:nvSpPr>
          <p:cNvPr id="450" name="Google Shape;450;p34"/>
          <p:cNvSpPr/>
          <p:nvPr/>
        </p:nvSpPr>
        <p:spPr>
          <a:xfrm>
            <a:off x="768096" y="2575179"/>
            <a:ext cx="7608951" cy="898398"/>
          </a:xfrm>
          <a:prstGeom prst="roundRect">
            <a:avLst>
              <a:gd fmla="val 3816" name="adj"/>
            </a:avLst>
          </a:prstGeom>
          <a:solidFill>
            <a:srgbClr val="1D1D1D"/>
          </a:solidFill>
          <a:ln>
            <a:noFill/>
          </a:ln>
        </p:spPr>
        <p:txBody>
          <a:bodyPr anchorCtr="0" anchor="ctr" bIns="17150" lIns="34275" spcFirstLastPara="1" rIns="34275" wrap="square" tIns="171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1" name="Google Shape;451;p34"/>
          <p:cNvSpPr txBox="1"/>
          <p:nvPr/>
        </p:nvSpPr>
        <p:spPr>
          <a:xfrm>
            <a:off x="956691" y="2664333"/>
            <a:ext cx="7231761" cy="7200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" sz="800" u="none" cap="none" strike="noStrike">
                <a:solidFill>
                  <a:srgbClr val="DCE6F5"/>
                </a:solidFill>
                <a:latin typeface="Consolas"/>
                <a:ea typeface="Consolas"/>
                <a:cs typeface="Consolas"/>
                <a:sym typeface="Consolas"/>
              </a:rPr>
              <a:t>while (remaining &gt; 0) {</a:t>
            </a:r>
            <a:endParaRPr sz="500"/>
          </a:p>
          <a:p>
            <a:pPr indent="0" lvl="0" marL="0" marR="0" rtl="0" algn="l">
              <a:lnSpc>
                <a:spcPct val="13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" sz="800" u="none" cap="none" strike="noStrike">
                <a:solidFill>
                  <a:srgbClr val="DCE6F5"/>
                </a:solidFill>
                <a:latin typeface="Consolas"/>
                <a:ea typeface="Consolas"/>
                <a:cs typeface="Consolas"/>
                <a:sym typeface="Consolas"/>
              </a:rPr>
              <a:t>    step = min(remaining, 다음_사건까지, 플레이어_타이머);</a:t>
            </a:r>
            <a:endParaRPr sz="500"/>
          </a:p>
          <a:p>
            <a:pPr indent="0" lvl="0" marL="0" marR="0" rtl="0" algn="l">
              <a:lnSpc>
                <a:spcPct val="13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" sz="800" u="none" cap="none" strike="noStrike">
                <a:solidFill>
                  <a:srgbClr val="DCE6F5"/>
                </a:solidFill>
                <a:latin typeface="Consolas"/>
                <a:ea typeface="Consolas"/>
                <a:cs typeface="Consolas"/>
                <a:sym typeface="Consolas"/>
              </a:rPr>
              <a:t>    Advance(step);        // 경계까지만 시간을 흘린다</a:t>
            </a:r>
            <a:endParaRPr sz="500"/>
          </a:p>
          <a:p>
            <a:pPr indent="0" lvl="0" marL="0" marR="0" rtl="0" algn="l">
              <a:lnSpc>
                <a:spcPct val="13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" sz="800" u="none" cap="none" strike="noStrike">
                <a:solidFill>
                  <a:srgbClr val="DCE6F5"/>
                </a:solidFill>
                <a:latin typeface="Consolas"/>
                <a:ea typeface="Consolas"/>
                <a:cs typeface="Consolas"/>
                <a:sym typeface="Consolas"/>
              </a:rPr>
              <a:t>    remaining -= step;</a:t>
            </a:r>
            <a:endParaRPr sz="500"/>
          </a:p>
          <a:p>
            <a:pPr indent="0" lvl="0" marL="0" marR="0" rtl="0" algn="l">
              <a:lnSpc>
                <a:spcPct val="13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" sz="800" u="none" cap="none" strike="noStrike">
                <a:solidFill>
                  <a:srgbClr val="DCE6F5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 sz="500"/>
          </a:p>
        </p:txBody>
      </p:sp>
      <p:sp>
        <p:nvSpPr>
          <p:cNvPr id="452" name="Google Shape;452;p34"/>
          <p:cNvSpPr/>
          <p:nvPr/>
        </p:nvSpPr>
        <p:spPr>
          <a:xfrm>
            <a:off x="768096" y="3562731"/>
            <a:ext cx="3735896" cy="1045845"/>
          </a:xfrm>
          <a:prstGeom prst="roundRect">
            <a:avLst>
              <a:gd fmla="val 4262" name="adj"/>
            </a:avLst>
          </a:prstGeom>
          <a:solidFill>
            <a:srgbClr val="F5F5F5"/>
          </a:solidFill>
          <a:ln cap="flat" cmpd="sng" w="9525">
            <a:solidFill>
              <a:srgbClr val="DDDD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7150" lIns="34275" spcFirstLastPara="1" rIns="34275" wrap="square" tIns="171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3" name="Google Shape;453;p34"/>
          <p:cNvSpPr txBox="1"/>
          <p:nvPr/>
        </p:nvSpPr>
        <p:spPr>
          <a:xfrm>
            <a:off x="922401" y="3717036"/>
            <a:ext cx="3427285" cy="2468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방법 — 사건 경계까지만</a:t>
            </a:r>
            <a:endParaRPr sz="500"/>
          </a:p>
        </p:txBody>
      </p:sp>
      <p:sp>
        <p:nvSpPr>
          <p:cNvPr id="454" name="Google Shape;454;p34"/>
          <p:cNvSpPr txBox="1"/>
          <p:nvPr/>
        </p:nvSpPr>
        <p:spPr>
          <a:xfrm>
            <a:off x="922401" y="3998214"/>
            <a:ext cx="3427285" cy="45605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" sz="800" u="none" cap="none" strike="noStrike">
                <a:solidFill>
                  <a:srgbClr val="004CB3"/>
                </a:solidFill>
                <a:latin typeface="Consolas"/>
                <a:ea typeface="Consolas"/>
                <a:cs typeface="Consolas"/>
                <a:sym typeface="Consolas"/>
              </a:rPr>
              <a:t>dt</a:t>
            </a:r>
            <a:r>
              <a:rPr b="0" i="0" lang="ko" sz="900" u="none" cap="none" strike="noStrike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를 통째로 흘리지 않고 </a:t>
            </a:r>
            <a:r>
              <a:rPr b="0" i="0" lang="ko" sz="900" u="none" cap="none" strike="noStrike">
                <a:solidFill>
                  <a:srgbClr val="004CB3"/>
                </a:solidFill>
                <a:latin typeface="Arial"/>
                <a:ea typeface="Arial"/>
                <a:cs typeface="Arial"/>
                <a:sym typeface="Arial"/>
              </a:rPr>
              <a:t>다음 사건</a:t>
            </a:r>
            <a:r>
              <a:rPr b="0" i="0" lang="ko" sz="900" u="none" cap="none" strike="noStrike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(예비동작 시작 · 타격 · 유예 만료 · 패턴 종료) </a:t>
            </a:r>
            <a:r>
              <a:rPr b="0" i="0" lang="ko" sz="900" u="none" cap="none" strike="noStrike">
                <a:solidFill>
                  <a:srgbClr val="004CB3"/>
                </a:solidFill>
                <a:latin typeface="Arial"/>
                <a:ea typeface="Arial"/>
                <a:cs typeface="Arial"/>
                <a:sym typeface="Arial"/>
              </a:rPr>
              <a:t>직전까지만</a:t>
            </a:r>
            <a:r>
              <a:rPr b="0" i="0" lang="ko" sz="900" u="none" cap="none" strike="noStrike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 잘라 진행한다.</a:t>
            </a:r>
            <a:endParaRPr sz="500"/>
          </a:p>
        </p:txBody>
      </p:sp>
      <p:sp>
        <p:nvSpPr>
          <p:cNvPr id="455" name="Google Shape;455;p34"/>
          <p:cNvSpPr/>
          <p:nvPr/>
        </p:nvSpPr>
        <p:spPr>
          <a:xfrm>
            <a:off x="4641152" y="3562731"/>
            <a:ext cx="3735896" cy="1045845"/>
          </a:xfrm>
          <a:prstGeom prst="roundRect">
            <a:avLst>
              <a:gd fmla="val 4262" name="adj"/>
            </a:avLst>
          </a:prstGeom>
          <a:solidFill>
            <a:srgbClr val="F5F5F5"/>
          </a:solidFill>
          <a:ln cap="flat" cmpd="sng" w="9525">
            <a:solidFill>
              <a:srgbClr val="DDDD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7150" lIns="34275" spcFirstLastPara="1" rIns="34275" wrap="square" tIns="171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6" name="Google Shape;456;p34"/>
          <p:cNvSpPr txBox="1"/>
          <p:nvPr/>
        </p:nvSpPr>
        <p:spPr>
          <a:xfrm>
            <a:off x="4795457" y="3717036"/>
            <a:ext cx="3427285" cy="2468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효과 — 전투를 테스트한다</a:t>
            </a:r>
            <a:endParaRPr sz="500"/>
          </a:p>
        </p:txBody>
      </p:sp>
      <p:sp>
        <p:nvSpPr>
          <p:cNvPr id="457" name="Google Shape;457;p34"/>
          <p:cNvSpPr txBox="1"/>
          <p:nvPr/>
        </p:nvSpPr>
        <p:spPr>
          <a:xfrm>
            <a:off x="4795457" y="3998214"/>
            <a:ext cx="3427285" cy="45605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" sz="900" u="none" cap="none" strike="noStrike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시간이 </a:t>
            </a:r>
            <a:r>
              <a:rPr b="0" i="0" lang="ko" sz="800" u="none" cap="none" strike="noStrike">
                <a:solidFill>
                  <a:srgbClr val="004CB3"/>
                </a:solidFill>
                <a:latin typeface="Consolas"/>
                <a:ea typeface="Consolas"/>
                <a:cs typeface="Consolas"/>
                <a:sym typeface="Consolas"/>
              </a:rPr>
              <a:t>Tick(초)</a:t>
            </a:r>
            <a:r>
              <a:rPr b="0" i="0" lang="ko" sz="900" u="none" cap="none" strike="noStrike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로만 흐르고 </a:t>
            </a:r>
            <a:r>
              <a:rPr b="0" i="0" lang="ko" sz="800" u="none" cap="none" strike="noStrike">
                <a:solidFill>
                  <a:srgbClr val="004CB3"/>
                </a:solidFill>
                <a:latin typeface="Consolas"/>
                <a:ea typeface="Consolas"/>
                <a:cs typeface="Consolas"/>
                <a:sym typeface="Consolas"/>
              </a:rPr>
              <a:t>UnityEngine</a:t>
            </a:r>
            <a:r>
              <a:rPr b="0" i="0" lang="ko" sz="900" u="none" cap="none" strike="noStrike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을 안 쓰므로, 패링 · 헛침 · 인살 · 페이즈 전환을 </a:t>
            </a:r>
            <a:r>
              <a:rPr b="0" i="0" lang="ko" sz="900" u="none" cap="none" strike="noStrike">
                <a:solidFill>
                  <a:srgbClr val="004CB3"/>
                </a:solidFill>
                <a:latin typeface="Arial"/>
                <a:ea typeface="Arial"/>
                <a:cs typeface="Arial"/>
                <a:sym typeface="Arial"/>
              </a:rPr>
              <a:t>엔진 없이</a:t>
            </a:r>
            <a:r>
              <a:rPr b="0" i="0" lang="ko" sz="900" u="none" cap="none" strike="noStrike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 검증한다.</a:t>
            </a:r>
            <a:endParaRPr sz="5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1" name="Shape 4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2" name="Google Shape;462;p35"/>
          <p:cNvSpPr/>
          <p:nvPr/>
        </p:nvSpPr>
        <p:spPr>
          <a:xfrm>
            <a:off x="267462" y="596646"/>
            <a:ext cx="8613648" cy="4296537"/>
          </a:xfrm>
          <a:prstGeom prst="roundRect">
            <a:avLst>
              <a:gd fmla="val 1117" name="adj"/>
            </a:avLst>
          </a:prstGeom>
          <a:solidFill>
            <a:srgbClr val="FFFFFF"/>
          </a:solidFill>
          <a:ln>
            <a:noFill/>
          </a:ln>
          <a:effectLst>
            <a:outerShdw blurRad="76200" rotWithShape="0" dir="5400000" dist="25400">
              <a:srgbClr val="000000">
                <a:alpha val="9020"/>
              </a:srgbClr>
            </a:outerShdw>
          </a:effectLst>
        </p:spPr>
        <p:txBody>
          <a:bodyPr anchorCtr="0" anchor="ctr" bIns="17150" lIns="34275" spcFirstLastPara="1" rIns="34275" wrap="square" tIns="171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3" name="Google Shape;463;p35"/>
          <p:cNvSpPr/>
          <p:nvPr/>
        </p:nvSpPr>
        <p:spPr>
          <a:xfrm>
            <a:off x="267462" y="253746"/>
            <a:ext cx="8613648" cy="318897"/>
          </a:xfrm>
          <a:prstGeom prst="roundRect">
            <a:avLst>
              <a:gd fmla="val 12903" name="adj"/>
            </a:avLst>
          </a:prstGeom>
          <a:solidFill>
            <a:srgbClr val="1D1D1D"/>
          </a:solidFill>
          <a:ln>
            <a:noFill/>
          </a:ln>
        </p:spPr>
        <p:txBody>
          <a:bodyPr anchorCtr="0" anchor="ctr" bIns="17150" lIns="34275" spcFirstLastPara="1" rIns="34275" wrap="square" tIns="171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4" name="Google Shape;464;p35"/>
          <p:cNvSpPr txBox="1"/>
          <p:nvPr/>
        </p:nvSpPr>
        <p:spPr>
          <a:xfrm>
            <a:off x="510921" y="322326"/>
            <a:ext cx="2057400" cy="1885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ChainRiposte</a:t>
            </a:r>
            <a:endParaRPr sz="500"/>
          </a:p>
        </p:txBody>
      </p:sp>
      <p:sp>
        <p:nvSpPr>
          <p:cNvPr id="465" name="Google Shape;465;p35"/>
          <p:cNvSpPr txBox="1"/>
          <p:nvPr/>
        </p:nvSpPr>
        <p:spPr>
          <a:xfrm>
            <a:off x="6480810" y="342900"/>
            <a:ext cx="2160270" cy="1543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" sz="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2026-08</a:t>
            </a:r>
            <a:endParaRPr sz="500"/>
          </a:p>
        </p:txBody>
      </p:sp>
      <p:cxnSp>
        <p:nvCxnSpPr>
          <p:cNvPr id="466" name="Google Shape;466;p35"/>
          <p:cNvCxnSpPr/>
          <p:nvPr/>
        </p:nvCxnSpPr>
        <p:spPr>
          <a:xfrm>
            <a:off x="500634" y="4670298"/>
            <a:ext cx="7975854" cy="0"/>
          </a:xfrm>
          <a:prstGeom prst="straightConnector1">
            <a:avLst/>
          </a:prstGeom>
          <a:noFill/>
          <a:ln cap="flat" cmpd="sng" w="13950">
            <a:solidFill>
              <a:srgbClr val="3F3F3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sp>
        <p:nvSpPr>
          <p:cNvPr id="467" name="Google Shape;467;p35"/>
          <p:cNvSpPr txBox="1"/>
          <p:nvPr/>
        </p:nvSpPr>
        <p:spPr>
          <a:xfrm>
            <a:off x="6652260" y="4714875"/>
            <a:ext cx="2023110" cy="1543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" sz="700" u="none" cap="none" strike="noStrike">
                <a:solidFill>
                  <a:srgbClr val="1D1D1D"/>
                </a:solidFill>
                <a:latin typeface="Arial"/>
                <a:ea typeface="Arial"/>
                <a:cs typeface="Arial"/>
                <a:sym typeface="Arial"/>
              </a:rPr>
              <a:t>11</a:t>
            </a:r>
            <a:endParaRPr sz="500"/>
          </a:p>
        </p:txBody>
      </p:sp>
      <p:sp>
        <p:nvSpPr>
          <p:cNvPr id="468" name="Google Shape;468;p35"/>
          <p:cNvSpPr txBox="1"/>
          <p:nvPr/>
        </p:nvSpPr>
        <p:spPr>
          <a:xfrm>
            <a:off x="1443609" y="706374"/>
            <a:ext cx="6257925" cy="46291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" sz="2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리듬(채보) 에디터</a:t>
            </a:r>
            <a:endParaRPr sz="500"/>
          </a:p>
        </p:txBody>
      </p:sp>
      <p:cxnSp>
        <p:nvCxnSpPr>
          <p:cNvPr id="469" name="Google Shape;469;p35"/>
          <p:cNvCxnSpPr/>
          <p:nvPr/>
        </p:nvCxnSpPr>
        <p:spPr>
          <a:xfrm>
            <a:off x="493776" y="1248156"/>
            <a:ext cx="8157591" cy="0"/>
          </a:xfrm>
          <a:prstGeom prst="straightConnector1">
            <a:avLst/>
          </a:prstGeom>
          <a:noFill/>
          <a:ln cap="flat" cmpd="sng" w="15875">
            <a:solidFill>
              <a:srgbClr val="3F3F3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sp>
        <p:nvSpPr>
          <p:cNvPr id="470" name="Google Shape;470;p35"/>
          <p:cNvSpPr txBox="1"/>
          <p:nvPr/>
        </p:nvSpPr>
        <p:spPr>
          <a:xfrm>
            <a:off x="891540" y="1378458"/>
            <a:ext cx="73725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" sz="900" u="none" cap="none" strike="noStrike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핵심 구현 ⑧ — 보스 공격을 </a:t>
            </a:r>
            <a:r>
              <a:rPr b="1" i="0" lang="ko" sz="900" u="none" cap="none" strike="noStrike">
                <a:solidFill>
                  <a:srgbClr val="212121"/>
                </a:solidFill>
              </a:rPr>
              <a:t>그려서</a:t>
            </a:r>
            <a:r>
              <a:rPr b="0" i="0" lang="ko" sz="900" u="none" cap="none" strike="noStrike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 만들고, 플레이하지 않고 </a:t>
            </a:r>
            <a:r>
              <a:rPr b="1" i="0" lang="ko" sz="900" u="none" cap="none" strike="noStrike">
                <a:solidFill>
                  <a:srgbClr val="212121"/>
                </a:solidFill>
              </a:rPr>
              <a:t>들어 본다.</a:t>
            </a:r>
            <a:endParaRPr sz="500"/>
          </a:p>
        </p:txBody>
      </p:sp>
      <p:cxnSp>
        <p:nvCxnSpPr>
          <p:cNvPr id="471" name="Google Shape;471;p35"/>
          <p:cNvCxnSpPr/>
          <p:nvPr/>
        </p:nvCxnSpPr>
        <p:spPr>
          <a:xfrm>
            <a:off x="493776" y="1690497"/>
            <a:ext cx="8157591" cy="0"/>
          </a:xfrm>
          <a:prstGeom prst="straightConnector1">
            <a:avLst/>
          </a:prstGeom>
          <a:noFill/>
          <a:ln cap="flat" cmpd="sng" w="15875">
            <a:solidFill>
              <a:srgbClr val="3F3F3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sp>
        <p:nvSpPr>
          <p:cNvPr id="472" name="Google Shape;472;p35"/>
          <p:cNvSpPr/>
          <p:nvPr/>
        </p:nvSpPr>
        <p:spPr>
          <a:xfrm>
            <a:off x="768096" y="1851660"/>
            <a:ext cx="4265676" cy="874395"/>
          </a:xfrm>
          <a:prstGeom prst="roundRect">
            <a:avLst>
              <a:gd fmla="val 5098" name="adj"/>
            </a:avLst>
          </a:prstGeom>
          <a:solidFill>
            <a:srgbClr val="F5F5F5"/>
          </a:solidFill>
          <a:ln cap="flat" cmpd="sng" w="9525">
            <a:solidFill>
              <a:srgbClr val="DDDD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7150" lIns="34275" spcFirstLastPara="1" rIns="34275" wrap="square" tIns="171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3" name="Google Shape;473;p35"/>
          <p:cNvSpPr txBox="1"/>
          <p:nvPr/>
        </p:nvSpPr>
        <p:spPr>
          <a:xfrm>
            <a:off x="905256" y="1988820"/>
            <a:ext cx="3991356" cy="19202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타임라인 — 클릭해서 찍는다</a:t>
            </a:r>
            <a:endParaRPr sz="500"/>
          </a:p>
        </p:txBody>
      </p:sp>
      <p:sp>
        <p:nvSpPr>
          <p:cNvPr id="474" name="Google Shape;474;p35"/>
          <p:cNvSpPr txBox="1"/>
          <p:nvPr/>
        </p:nvSpPr>
        <p:spPr>
          <a:xfrm>
            <a:off x="905256" y="2201418"/>
            <a:ext cx="3991356" cy="38747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" sz="800" u="none" cap="none" strike="noStrike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클릭 = 추가, 드래그 = 이동, 우클릭 = 삭제. 스냅 </a:t>
            </a:r>
            <a:r>
              <a:rPr b="0" i="0" lang="ko" sz="800" u="none" cap="none" strike="noStrike">
                <a:solidFill>
                  <a:srgbClr val="004CB3"/>
                </a:solidFill>
                <a:latin typeface="Arial"/>
                <a:ea typeface="Arial"/>
                <a:cs typeface="Arial"/>
                <a:sym typeface="Arial"/>
              </a:rPr>
              <a:t>1 · ½ · ¼박</a:t>
            </a:r>
            <a:r>
              <a:rPr b="0" i="0" lang="ko" sz="800" u="none" cap="none" strike="noStrike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sz="500"/>
          </a:p>
          <a:p>
            <a:pPr indent="0" lvl="0" marL="0" marR="0" rtl="0" algn="l">
              <a:lnSpc>
                <a:spcPct val="128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b="0" i="0" lang="ko" sz="800" u="none" cap="none" strike="noStrike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예비동작은 </a:t>
            </a:r>
            <a:r>
              <a:rPr b="0" i="0" lang="ko" sz="800" u="none" cap="none" strike="noStrike">
                <a:solidFill>
                  <a:srgbClr val="004CB3"/>
                </a:solidFill>
                <a:latin typeface="Arial"/>
                <a:ea typeface="Arial"/>
                <a:cs typeface="Arial"/>
                <a:sym typeface="Arial"/>
              </a:rPr>
              <a:t>왼쪽으로 뻗는 막대</a:t>
            </a:r>
            <a:r>
              <a:rPr b="0" i="0" lang="ko" sz="800" u="none" cap="none" strike="noStrike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 — 언제부터 보이는지가 읽힌다.</a:t>
            </a:r>
            <a:endParaRPr sz="500"/>
          </a:p>
        </p:txBody>
      </p:sp>
      <p:sp>
        <p:nvSpPr>
          <p:cNvPr id="475" name="Google Shape;475;p35"/>
          <p:cNvSpPr/>
          <p:nvPr/>
        </p:nvSpPr>
        <p:spPr>
          <a:xfrm>
            <a:off x="768096" y="2828925"/>
            <a:ext cx="4265676" cy="977265"/>
          </a:xfrm>
          <a:prstGeom prst="roundRect">
            <a:avLst>
              <a:gd fmla="val 4561" name="adj"/>
            </a:avLst>
          </a:prstGeom>
          <a:solidFill>
            <a:srgbClr val="F5F5F5"/>
          </a:solidFill>
          <a:ln cap="flat" cmpd="sng" w="9525">
            <a:solidFill>
              <a:srgbClr val="DDDD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7150" lIns="34275" spcFirstLastPara="1" rIns="34275" wrap="square" tIns="171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6" name="Google Shape;476;p35"/>
          <p:cNvSpPr txBox="1"/>
          <p:nvPr/>
        </p:nvSpPr>
        <p:spPr>
          <a:xfrm>
            <a:off x="905256" y="2966085"/>
            <a:ext cx="3991356" cy="19202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▶ 미리듣기 — 플레이 없이 돌린다</a:t>
            </a:r>
            <a:endParaRPr sz="500"/>
          </a:p>
        </p:txBody>
      </p:sp>
      <p:sp>
        <p:nvSpPr>
          <p:cNvPr id="477" name="Google Shape;477;p35"/>
          <p:cNvSpPr txBox="1"/>
          <p:nvPr/>
        </p:nvSpPr>
        <p:spPr>
          <a:xfrm>
            <a:off x="905256" y="3178683"/>
            <a:ext cx="3991356" cy="49034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" sz="800" u="none" cap="none" strike="noStrike">
                <a:solidFill>
                  <a:srgbClr val="004CB3"/>
                </a:solidFill>
                <a:latin typeface="Consolas"/>
                <a:ea typeface="Consolas"/>
                <a:cs typeface="Consolas"/>
                <a:sym typeface="Consolas"/>
              </a:rPr>
              <a:t>EditorApplication.update</a:t>
            </a:r>
            <a:r>
              <a:rPr b="0" i="0" lang="ko" sz="800" u="none" cap="none" strike="noStrike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로 </a:t>
            </a:r>
            <a:r>
              <a:rPr b="0" i="0" lang="ko" sz="800" u="none" cap="none" strike="noStrike">
                <a:solidFill>
                  <a:srgbClr val="004CB3"/>
                </a:solidFill>
                <a:latin typeface="Arial"/>
                <a:ea typeface="Arial"/>
                <a:cs typeface="Arial"/>
                <a:sym typeface="Arial"/>
              </a:rPr>
              <a:t>에디터 시간</a:t>
            </a:r>
            <a:r>
              <a:rPr b="0" i="0" lang="ko" sz="800" u="none" cap="none" strike="noStrike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을 굴려 원 · 판정 띠 · 타격음을 재생한다.</a:t>
            </a:r>
            <a:endParaRPr sz="500"/>
          </a:p>
          <a:p>
            <a:pPr indent="0" lvl="0" marL="0" marR="0" rtl="0" algn="l">
              <a:lnSpc>
                <a:spcPct val="128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b="0" i="0" lang="ko" sz="800" u="none" cap="none" strike="noStrike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판정 폭은 </a:t>
            </a:r>
            <a:r>
              <a:rPr b="0" i="0" lang="ko" sz="800" u="none" cap="none" strike="noStrike">
                <a:solidFill>
                  <a:srgbClr val="004CB3"/>
                </a:solidFill>
                <a:latin typeface="Arial"/>
                <a:ea typeface="Arial"/>
                <a:cs typeface="Arial"/>
                <a:sym typeface="Arial"/>
              </a:rPr>
              <a:t>`PlayerStatsConfigSO`의 실제 값</a:t>
            </a:r>
            <a:r>
              <a:rPr b="0" i="0" lang="ko" sz="800" u="none" cap="none" strike="noStrike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을 읽는다 — 제 숫자를 들면 채보가 게임에서 어긋난다.</a:t>
            </a:r>
            <a:endParaRPr sz="500"/>
          </a:p>
        </p:txBody>
      </p:sp>
      <p:sp>
        <p:nvSpPr>
          <p:cNvPr id="478" name="Google Shape;478;p35"/>
          <p:cNvSpPr/>
          <p:nvPr/>
        </p:nvSpPr>
        <p:spPr>
          <a:xfrm>
            <a:off x="768096" y="3909060"/>
            <a:ext cx="4265676" cy="702945"/>
          </a:xfrm>
          <a:prstGeom prst="roundRect">
            <a:avLst>
              <a:gd fmla="val 6341" name="adj"/>
            </a:avLst>
          </a:prstGeom>
          <a:solidFill>
            <a:srgbClr val="ECF3FF"/>
          </a:solidFill>
          <a:ln>
            <a:noFill/>
          </a:ln>
        </p:spPr>
        <p:txBody>
          <a:bodyPr anchorCtr="0" anchor="ctr" bIns="17150" lIns="34275" spcFirstLastPara="1" rIns="34275" wrap="square" tIns="171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9" name="Google Shape;479;p35"/>
          <p:cNvSpPr/>
          <p:nvPr/>
        </p:nvSpPr>
        <p:spPr>
          <a:xfrm>
            <a:off x="768096" y="3909060"/>
            <a:ext cx="58293" cy="702945"/>
          </a:xfrm>
          <a:prstGeom prst="rect">
            <a:avLst/>
          </a:prstGeom>
          <a:solidFill>
            <a:srgbClr val="0073FF"/>
          </a:solidFill>
          <a:ln>
            <a:noFill/>
          </a:ln>
        </p:spPr>
        <p:txBody>
          <a:bodyPr anchorCtr="0" anchor="ctr" bIns="17150" lIns="34275" spcFirstLastPara="1" rIns="34275" wrap="square" tIns="171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0" name="Google Shape;480;p35"/>
          <p:cNvSpPr txBox="1"/>
          <p:nvPr/>
        </p:nvSpPr>
        <p:spPr>
          <a:xfrm>
            <a:off x="1059561" y="3984498"/>
            <a:ext cx="3682746" cy="55206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" sz="1000" u="none" cap="none" strike="noStrike">
                <a:solidFill>
                  <a:srgbClr val="004CB3"/>
                </a:solidFill>
                <a:latin typeface="Arial"/>
                <a:ea typeface="Arial"/>
                <a:cs typeface="Arial"/>
                <a:sym typeface="Arial"/>
              </a:rPr>
              <a:t>확인에 드는 시간: 2~3분 → 2초</a:t>
            </a:r>
            <a:endParaRPr sz="500"/>
          </a:p>
          <a:p>
            <a:pPr indent="0" lvl="0" marL="0" marR="0" rtl="0" algn="l">
              <a:lnSpc>
                <a:spcPct val="122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ko" sz="800" u="none" cap="none" strike="noStrike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없을 때는 찍기 → 플레이 → 퍼즐 클리어 → 보스전 도달까지 가야 한 번 들었다. 채보 튜닝은 </a:t>
            </a:r>
            <a:r>
              <a:rPr b="0" i="0" lang="ko" sz="800" u="none" cap="none" strike="noStrike">
                <a:solidFill>
                  <a:srgbClr val="004CB3"/>
                </a:solidFill>
                <a:latin typeface="Arial"/>
                <a:ea typeface="Arial"/>
                <a:cs typeface="Arial"/>
                <a:sym typeface="Arial"/>
              </a:rPr>
              <a:t>수십 번 반복하는 일</a:t>
            </a:r>
            <a:r>
              <a:rPr b="0" i="0" lang="ko" sz="800" u="none" cap="none" strike="noStrike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이다.</a:t>
            </a:r>
            <a:endParaRPr sz="500"/>
          </a:p>
        </p:txBody>
      </p:sp>
      <p:pic>
        <p:nvPicPr>
          <p:cNvPr id="481" name="Google Shape;481;p35" title="editor-ezgif.com-video-to-gif-converter (1).gif"/>
          <p:cNvPicPr preferRelativeResize="0"/>
          <p:nvPr/>
        </p:nvPicPr>
        <p:blipFill rotWithShape="1">
          <a:blip r:embed="rId3">
            <a:alphaModFix/>
          </a:blip>
          <a:srcRect b="0" l="27619" r="28106" t="0"/>
          <a:stretch/>
        </p:blipFill>
        <p:spPr>
          <a:xfrm>
            <a:off x="5493775" y="1647350"/>
            <a:ext cx="2703466" cy="3434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5" name="Shape 4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6" name="Google Shape;486;p36"/>
          <p:cNvSpPr/>
          <p:nvPr/>
        </p:nvSpPr>
        <p:spPr>
          <a:xfrm>
            <a:off x="267462" y="596646"/>
            <a:ext cx="8613648" cy="4296537"/>
          </a:xfrm>
          <a:prstGeom prst="roundRect">
            <a:avLst>
              <a:gd fmla="val 1117" name="adj"/>
            </a:avLst>
          </a:prstGeom>
          <a:solidFill>
            <a:srgbClr val="FFFFFF"/>
          </a:solidFill>
          <a:ln>
            <a:noFill/>
          </a:ln>
          <a:effectLst>
            <a:outerShdw blurRad="76200" rotWithShape="0" dir="5400000" dist="25400">
              <a:srgbClr val="000000">
                <a:alpha val="9020"/>
              </a:srgbClr>
            </a:outerShdw>
          </a:effectLst>
        </p:spPr>
        <p:txBody>
          <a:bodyPr anchorCtr="0" anchor="ctr" bIns="17150" lIns="34275" spcFirstLastPara="1" rIns="34275" wrap="square" tIns="171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7" name="Google Shape;487;p36"/>
          <p:cNvSpPr/>
          <p:nvPr/>
        </p:nvSpPr>
        <p:spPr>
          <a:xfrm>
            <a:off x="267462" y="253746"/>
            <a:ext cx="8613648" cy="318897"/>
          </a:xfrm>
          <a:prstGeom prst="roundRect">
            <a:avLst>
              <a:gd fmla="val 12903" name="adj"/>
            </a:avLst>
          </a:prstGeom>
          <a:solidFill>
            <a:srgbClr val="1D1D1D"/>
          </a:solidFill>
          <a:ln>
            <a:noFill/>
          </a:ln>
        </p:spPr>
        <p:txBody>
          <a:bodyPr anchorCtr="0" anchor="ctr" bIns="17150" lIns="34275" spcFirstLastPara="1" rIns="34275" wrap="square" tIns="171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8" name="Google Shape;488;p36"/>
          <p:cNvSpPr txBox="1"/>
          <p:nvPr/>
        </p:nvSpPr>
        <p:spPr>
          <a:xfrm>
            <a:off x="510921" y="322326"/>
            <a:ext cx="2057400" cy="1885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ChainRiposte</a:t>
            </a:r>
            <a:endParaRPr sz="500"/>
          </a:p>
        </p:txBody>
      </p:sp>
      <p:sp>
        <p:nvSpPr>
          <p:cNvPr id="489" name="Google Shape;489;p36"/>
          <p:cNvSpPr txBox="1"/>
          <p:nvPr/>
        </p:nvSpPr>
        <p:spPr>
          <a:xfrm>
            <a:off x="6480810" y="342900"/>
            <a:ext cx="2160270" cy="1543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" sz="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2026-08</a:t>
            </a:r>
            <a:endParaRPr sz="500"/>
          </a:p>
        </p:txBody>
      </p:sp>
      <p:cxnSp>
        <p:nvCxnSpPr>
          <p:cNvPr id="490" name="Google Shape;490;p36"/>
          <p:cNvCxnSpPr/>
          <p:nvPr/>
        </p:nvCxnSpPr>
        <p:spPr>
          <a:xfrm>
            <a:off x="500634" y="4670298"/>
            <a:ext cx="7975854" cy="0"/>
          </a:xfrm>
          <a:prstGeom prst="straightConnector1">
            <a:avLst/>
          </a:prstGeom>
          <a:noFill/>
          <a:ln cap="flat" cmpd="sng" w="13950">
            <a:solidFill>
              <a:srgbClr val="3F3F3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sp>
        <p:nvSpPr>
          <p:cNvPr id="491" name="Google Shape;491;p36"/>
          <p:cNvSpPr txBox="1"/>
          <p:nvPr/>
        </p:nvSpPr>
        <p:spPr>
          <a:xfrm>
            <a:off x="6652260" y="4714875"/>
            <a:ext cx="2023110" cy="1543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" sz="700" u="none" cap="none" strike="noStrike">
                <a:solidFill>
                  <a:srgbClr val="1D1D1D"/>
                </a:solidFill>
                <a:latin typeface="Arial"/>
                <a:ea typeface="Arial"/>
                <a:cs typeface="Arial"/>
                <a:sym typeface="Arial"/>
              </a:rPr>
              <a:t>12</a:t>
            </a:r>
            <a:endParaRPr sz="500"/>
          </a:p>
        </p:txBody>
      </p:sp>
      <p:sp>
        <p:nvSpPr>
          <p:cNvPr id="492" name="Google Shape;492;p36"/>
          <p:cNvSpPr txBox="1"/>
          <p:nvPr/>
        </p:nvSpPr>
        <p:spPr>
          <a:xfrm>
            <a:off x="1443609" y="706374"/>
            <a:ext cx="6257925" cy="46291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" sz="2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현지화 — 원천은 한 장</a:t>
            </a:r>
            <a:endParaRPr sz="500"/>
          </a:p>
        </p:txBody>
      </p:sp>
      <p:cxnSp>
        <p:nvCxnSpPr>
          <p:cNvPr id="493" name="Google Shape;493;p36"/>
          <p:cNvCxnSpPr/>
          <p:nvPr/>
        </p:nvCxnSpPr>
        <p:spPr>
          <a:xfrm>
            <a:off x="493776" y="1248156"/>
            <a:ext cx="8157591" cy="0"/>
          </a:xfrm>
          <a:prstGeom prst="straightConnector1">
            <a:avLst/>
          </a:prstGeom>
          <a:noFill/>
          <a:ln cap="flat" cmpd="sng" w="15875">
            <a:solidFill>
              <a:srgbClr val="3F3F3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sp>
        <p:nvSpPr>
          <p:cNvPr id="494" name="Google Shape;494;p36"/>
          <p:cNvSpPr txBox="1"/>
          <p:nvPr/>
        </p:nvSpPr>
        <p:spPr>
          <a:xfrm>
            <a:off x="891540" y="1378458"/>
            <a:ext cx="7372350" cy="21259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" sz="900" u="none" cap="none" strike="noStrike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원천을 한 곳으로 묶으면, 성능 최적화까지 정확해진다.</a:t>
            </a:r>
            <a:endParaRPr sz="500"/>
          </a:p>
        </p:txBody>
      </p:sp>
      <p:cxnSp>
        <p:nvCxnSpPr>
          <p:cNvPr id="495" name="Google Shape;495;p36"/>
          <p:cNvCxnSpPr/>
          <p:nvPr/>
        </p:nvCxnSpPr>
        <p:spPr>
          <a:xfrm>
            <a:off x="493776" y="1690497"/>
            <a:ext cx="8157591" cy="0"/>
          </a:xfrm>
          <a:prstGeom prst="straightConnector1">
            <a:avLst/>
          </a:prstGeom>
          <a:noFill/>
          <a:ln cap="flat" cmpd="sng" w="15875">
            <a:solidFill>
              <a:srgbClr val="3F3F3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sp>
        <p:nvSpPr>
          <p:cNvPr id="496" name="Google Shape;496;p36"/>
          <p:cNvSpPr/>
          <p:nvPr/>
        </p:nvSpPr>
        <p:spPr>
          <a:xfrm>
            <a:off x="768096" y="1851660"/>
            <a:ext cx="2454021" cy="1628775"/>
          </a:xfrm>
          <a:prstGeom prst="roundRect">
            <a:avLst>
              <a:gd fmla="val 2736" name="adj"/>
            </a:avLst>
          </a:prstGeom>
          <a:solidFill>
            <a:srgbClr val="F5F5F5"/>
          </a:solidFill>
          <a:ln cap="flat" cmpd="sng" w="9525">
            <a:solidFill>
              <a:srgbClr val="DDDD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7150" lIns="34275" spcFirstLastPara="1" rIns="34275" wrap="square" tIns="171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7" name="Google Shape;497;p36"/>
          <p:cNvSpPr/>
          <p:nvPr/>
        </p:nvSpPr>
        <p:spPr>
          <a:xfrm>
            <a:off x="922401" y="2005965"/>
            <a:ext cx="1440180" cy="219456"/>
          </a:xfrm>
          <a:prstGeom prst="roundRect">
            <a:avLst>
              <a:gd fmla="val 15625" name="adj"/>
            </a:avLst>
          </a:prstGeom>
          <a:solidFill>
            <a:srgbClr val="0073FF"/>
          </a:solidFill>
          <a:ln>
            <a:noFill/>
          </a:ln>
        </p:spPr>
        <p:txBody>
          <a:bodyPr anchorCtr="0" anchor="ctr" bIns="0" lIns="61725" spcFirstLastPara="1" rIns="61725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" sz="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구조</a:t>
            </a:r>
            <a:endParaRPr sz="500"/>
          </a:p>
        </p:txBody>
      </p:sp>
      <p:sp>
        <p:nvSpPr>
          <p:cNvPr id="498" name="Google Shape;498;p36"/>
          <p:cNvSpPr txBox="1"/>
          <p:nvPr/>
        </p:nvSpPr>
        <p:spPr>
          <a:xfrm>
            <a:off x="922401" y="2287143"/>
            <a:ext cx="2145411" cy="2468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CSV 한 장이 원천</a:t>
            </a:r>
            <a:endParaRPr sz="500"/>
          </a:p>
        </p:txBody>
      </p:sp>
      <p:sp>
        <p:nvSpPr>
          <p:cNvPr id="499" name="Google Shape;499;p36"/>
          <p:cNvSpPr txBox="1"/>
          <p:nvPr/>
        </p:nvSpPr>
        <p:spPr>
          <a:xfrm>
            <a:off x="922401" y="2568321"/>
            <a:ext cx="2145411" cy="75780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" sz="800" u="none" cap="none" strike="noStrike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구글 시트 → CSV(</a:t>
            </a:r>
            <a:r>
              <a:rPr b="0" i="0" lang="ko" sz="800" u="none" cap="none" strike="noStrike">
                <a:solidFill>
                  <a:srgbClr val="004CB3"/>
                </a:solidFill>
                <a:latin typeface="Arial"/>
                <a:ea typeface="Arial"/>
                <a:cs typeface="Arial"/>
                <a:sym typeface="Arial"/>
              </a:rPr>
              <a:t>139키 × 2언어</a:t>
            </a:r>
            <a:r>
              <a:rPr b="0" i="0" lang="ko" sz="800" u="none" cap="none" strike="noStrike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). 코드 · 씬에 문자열 하드코딩 </a:t>
            </a:r>
            <a:r>
              <a:rPr b="0" i="0" lang="ko" sz="800" u="none" cap="none" strike="noStrike">
                <a:solidFill>
                  <a:srgbClr val="004CB3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r>
              <a:rPr b="0" i="0" lang="ko" sz="800" u="none" cap="none" strike="noStrike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sz="500"/>
          </a:p>
          <a:p>
            <a:pPr indent="0" lvl="0" marL="0" marR="0" rtl="0" algn="l">
              <a:lnSpc>
                <a:spcPct val="130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b="0" i="0" lang="ko" sz="800" u="none" cap="none" strike="noStrike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정적 문구는 </a:t>
            </a:r>
            <a:r>
              <a:rPr b="0" i="0" lang="ko" sz="800" u="none" cap="none" strike="noStrike">
                <a:solidFill>
                  <a:srgbClr val="004CB3"/>
                </a:solidFill>
                <a:latin typeface="Consolas"/>
                <a:ea typeface="Consolas"/>
                <a:cs typeface="Consolas"/>
                <a:sym typeface="Consolas"/>
              </a:rPr>
              <a:t>LocalizedText</a:t>
            </a:r>
            <a:r>
              <a:rPr b="0" i="0" lang="ko" sz="800" u="none" cap="none" strike="noStrike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 바인더 + 키, 동적 문구(HP · 턴)는 </a:t>
            </a:r>
            <a:r>
              <a:rPr b="0" i="0" lang="ko" sz="800" u="none" cap="none" strike="noStrike">
                <a:solidFill>
                  <a:srgbClr val="004CB3"/>
                </a:solidFill>
                <a:latin typeface="Consolas"/>
                <a:ea typeface="Consolas"/>
                <a:cs typeface="Consolas"/>
                <a:sym typeface="Consolas"/>
              </a:rPr>
              <a:t>Loc.GetText(key, args)</a:t>
            </a:r>
            <a:r>
              <a:rPr b="0" i="0" lang="ko" sz="800" u="none" cap="none" strike="noStrike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sz="500"/>
          </a:p>
        </p:txBody>
      </p:sp>
      <p:sp>
        <p:nvSpPr>
          <p:cNvPr id="500" name="Google Shape;500;p36"/>
          <p:cNvSpPr/>
          <p:nvPr/>
        </p:nvSpPr>
        <p:spPr>
          <a:xfrm>
            <a:off x="3345561" y="1851660"/>
            <a:ext cx="2454021" cy="1628775"/>
          </a:xfrm>
          <a:prstGeom prst="roundRect">
            <a:avLst>
              <a:gd fmla="val 2736" name="adj"/>
            </a:avLst>
          </a:prstGeom>
          <a:solidFill>
            <a:srgbClr val="F5F5F5"/>
          </a:solidFill>
          <a:ln cap="flat" cmpd="sng" w="9525">
            <a:solidFill>
              <a:srgbClr val="DDDD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7150" lIns="34275" spcFirstLastPara="1" rIns="34275" wrap="square" tIns="171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1" name="Google Shape;501;p36"/>
          <p:cNvSpPr/>
          <p:nvPr/>
        </p:nvSpPr>
        <p:spPr>
          <a:xfrm>
            <a:off x="3499866" y="2005965"/>
            <a:ext cx="1440180" cy="219456"/>
          </a:xfrm>
          <a:prstGeom prst="roundRect">
            <a:avLst>
              <a:gd fmla="val 15625" name="adj"/>
            </a:avLst>
          </a:prstGeom>
          <a:solidFill>
            <a:srgbClr val="0073FF"/>
          </a:solidFill>
          <a:ln>
            <a:noFill/>
          </a:ln>
        </p:spPr>
        <p:txBody>
          <a:bodyPr anchorCtr="0" anchor="ctr" bIns="0" lIns="61725" spcFirstLastPara="1" rIns="61725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" sz="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함정</a:t>
            </a:r>
            <a:endParaRPr sz="500"/>
          </a:p>
        </p:txBody>
      </p:sp>
      <p:sp>
        <p:nvSpPr>
          <p:cNvPr id="502" name="Google Shape;502;p36"/>
          <p:cNvSpPr txBox="1"/>
          <p:nvPr/>
        </p:nvSpPr>
        <p:spPr>
          <a:xfrm>
            <a:off x="3499866" y="2287143"/>
            <a:ext cx="2145411" cy="2468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값이 아니라 키를 바꾼다</a:t>
            </a:r>
            <a:endParaRPr sz="500"/>
          </a:p>
        </p:txBody>
      </p:sp>
      <p:sp>
        <p:nvSpPr>
          <p:cNvPr id="503" name="Google Shape;503;p36"/>
          <p:cNvSpPr txBox="1"/>
          <p:nvPr/>
        </p:nvSpPr>
        <p:spPr>
          <a:xfrm>
            <a:off x="3499866" y="2568321"/>
            <a:ext cx="2145411" cy="75780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" sz="900" u="none" cap="none" strike="noStrike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동적 문구에 바인더를 붙이면 언어 전환 시 </a:t>
            </a:r>
            <a:r>
              <a:rPr b="0" i="0" lang="ko" sz="900" u="none" cap="none" strike="noStrike">
                <a:solidFill>
                  <a:srgbClr val="004CB3"/>
                </a:solidFill>
                <a:latin typeface="Arial"/>
                <a:ea typeface="Arial"/>
                <a:cs typeface="Arial"/>
                <a:sym typeface="Arial"/>
              </a:rPr>
              <a:t>코드와 컴포넌트가 서로 덮어쓴다.</a:t>
            </a:r>
            <a:endParaRPr sz="500"/>
          </a:p>
          <a:p>
            <a:pPr indent="0" lvl="0" marL="0" marR="0" rtl="0" algn="l">
              <a:lnSpc>
                <a:spcPct val="130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b="0" i="0" lang="ko" sz="900" u="none" cap="none" strike="noStrike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같은 칸을 여러 문구가 돌려 쓸 때는 값이 아니라 </a:t>
            </a:r>
            <a:r>
              <a:rPr b="0" i="0" lang="ko" sz="900" u="none" cap="none" strike="noStrike">
                <a:solidFill>
                  <a:srgbClr val="004CB3"/>
                </a:solidFill>
                <a:latin typeface="Arial"/>
                <a:ea typeface="Arial"/>
                <a:cs typeface="Arial"/>
                <a:sym typeface="Arial"/>
              </a:rPr>
              <a:t>키를 갈아 끼운다</a:t>
            </a:r>
            <a:r>
              <a:rPr b="0" i="0" lang="ko" sz="900" u="none" cap="none" strike="noStrike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(</a:t>
            </a:r>
            <a:r>
              <a:rPr b="0" i="0" lang="ko" sz="800" u="none" cap="none" strike="noStrike">
                <a:solidFill>
                  <a:srgbClr val="004CB3"/>
                </a:solidFill>
                <a:latin typeface="Consolas"/>
                <a:ea typeface="Consolas"/>
                <a:cs typeface="Consolas"/>
                <a:sym typeface="Consolas"/>
              </a:rPr>
              <a:t>SetKey</a:t>
            </a:r>
            <a:r>
              <a:rPr b="0" i="0" lang="ko" sz="900" u="none" cap="none" strike="noStrike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).</a:t>
            </a:r>
            <a:endParaRPr sz="500"/>
          </a:p>
        </p:txBody>
      </p:sp>
      <p:sp>
        <p:nvSpPr>
          <p:cNvPr id="504" name="Google Shape;504;p36"/>
          <p:cNvSpPr/>
          <p:nvPr/>
        </p:nvSpPr>
        <p:spPr>
          <a:xfrm>
            <a:off x="5923026" y="1851660"/>
            <a:ext cx="2454021" cy="1628775"/>
          </a:xfrm>
          <a:prstGeom prst="roundRect">
            <a:avLst>
              <a:gd fmla="val 2736" name="adj"/>
            </a:avLst>
          </a:prstGeom>
          <a:solidFill>
            <a:srgbClr val="F5F5F5"/>
          </a:solidFill>
          <a:ln cap="flat" cmpd="sng" w="9525">
            <a:solidFill>
              <a:srgbClr val="DDDD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7150" lIns="34275" spcFirstLastPara="1" rIns="34275" wrap="square" tIns="171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5" name="Google Shape;505;p36"/>
          <p:cNvSpPr/>
          <p:nvPr/>
        </p:nvSpPr>
        <p:spPr>
          <a:xfrm>
            <a:off x="6077331" y="2005965"/>
            <a:ext cx="1440180" cy="219456"/>
          </a:xfrm>
          <a:prstGeom prst="roundRect">
            <a:avLst>
              <a:gd fmla="val 15625" name="adj"/>
            </a:avLst>
          </a:prstGeom>
          <a:solidFill>
            <a:srgbClr val="0073FF"/>
          </a:solidFill>
          <a:ln>
            <a:noFill/>
          </a:ln>
        </p:spPr>
        <p:txBody>
          <a:bodyPr anchorCtr="0" anchor="ctr" bIns="0" lIns="61725" spcFirstLastPara="1" rIns="61725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" sz="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툴</a:t>
            </a:r>
            <a:endParaRPr sz="500"/>
          </a:p>
        </p:txBody>
      </p:sp>
      <p:sp>
        <p:nvSpPr>
          <p:cNvPr id="506" name="Google Shape;506;p36"/>
          <p:cNvSpPr txBox="1"/>
          <p:nvPr/>
        </p:nvSpPr>
        <p:spPr>
          <a:xfrm>
            <a:off x="6077331" y="2287143"/>
            <a:ext cx="2145411" cy="2468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빠진 키를 찾아 준다</a:t>
            </a:r>
            <a:endParaRPr sz="500"/>
          </a:p>
        </p:txBody>
      </p:sp>
      <p:sp>
        <p:nvSpPr>
          <p:cNvPr id="507" name="Google Shape;507;p36"/>
          <p:cNvSpPr txBox="1"/>
          <p:nvPr/>
        </p:nvSpPr>
        <p:spPr>
          <a:xfrm>
            <a:off x="6077331" y="2568321"/>
            <a:ext cx="2145411" cy="75780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" sz="800" u="none" cap="none" strike="noStrike">
                <a:solidFill>
                  <a:srgbClr val="004CB3"/>
                </a:solidFill>
                <a:latin typeface="Arial"/>
                <a:ea typeface="Arial"/>
                <a:cs typeface="Arial"/>
                <a:sym typeface="Arial"/>
              </a:rPr>
              <a:t>CSV에 없는 키</a:t>
            </a:r>
            <a:r>
              <a:rPr b="0" i="0" lang="ko" sz="800" u="none" cap="none" strike="noStrike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를 쓰는 텍스트를 씬에서 훑어 잡는 메뉴.</a:t>
            </a:r>
            <a:endParaRPr sz="500"/>
          </a:p>
          <a:p>
            <a:pPr indent="0" lvl="0" marL="0" marR="0" rtl="0" algn="l">
              <a:lnSpc>
                <a:spcPct val="130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b="0" i="0" lang="ko" sz="800" u="none" cap="none" strike="noStrike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원천이 한 장뿐이라 </a:t>
            </a:r>
            <a:r>
              <a:rPr b="0" i="0" lang="ko" sz="800" u="none" cap="none" strike="noStrike">
                <a:solidFill>
                  <a:srgbClr val="004CB3"/>
                </a:solidFill>
                <a:latin typeface="Arial"/>
                <a:ea typeface="Arial"/>
                <a:cs typeface="Arial"/>
                <a:sym typeface="Arial"/>
              </a:rPr>
              <a:t>없는 글자는 게임에도 안 나온다</a:t>
            </a:r>
            <a:r>
              <a:rPr b="0" i="0" lang="ko" sz="800" u="none" cap="none" strike="noStrike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 → 미리 구울 글자를 정확히 센다(</a:t>
            </a:r>
            <a:r>
              <a:rPr b="0" i="0" lang="ko" sz="800" u="none" cap="none" strike="noStrike">
                <a:solidFill>
                  <a:srgbClr val="004CB3"/>
                </a:solidFill>
                <a:latin typeface="Arial"/>
                <a:ea typeface="Arial"/>
                <a:cs typeface="Arial"/>
                <a:sym typeface="Arial"/>
              </a:rPr>
              <a:t>343자</a:t>
            </a:r>
            <a:r>
              <a:rPr b="0" i="0" lang="ko" sz="800" u="none" cap="none" strike="noStrike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).</a:t>
            </a:r>
            <a:endParaRPr sz="500"/>
          </a:p>
        </p:txBody>
      </p:sp>
      <p:sp>
        <p:nvSpPr>
          <p:cNvPr id="508" name="Google Shape;508;p36"/>
          <p:cNvSpPr/>
          <p:nvPr/>
        </p:nvSpPr>
        <p:spPr>
          <a:xfrm>
            <a:off x="768096" y="3603879"/>
            <a:ext cx="2435733" cy="1008126"/>
          </a:xfrm>
          <a:prstGeom prst="roundRect">
            <a:avLst>
              <a:gd fmla="val 4421" name="adj"/>
            </a:avLst>
          </a:prstGeom>
          <a:solidFill>
            <a:srgbClr val="F5F5F5"/>
          </a:solidFill>
          <a:ln cap="flat" cmpd="sng" w="9525">
            <a:solidFill>
              <a:srgbClr val="DDDD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7150" lIns="34275" spcFirstLastPara="1" rIns="34275" wrap="square" tIns="171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9" name="Google Shape;509;p36"/>
          <p:cNvSpPr txBox="1"/>
          <p:nvPr/>
        </p:nvSpPr>
        <p:spPr>
          <a:xfrm>
            <a:off x="870966" y="3706749"/>
            <a:ext cx="2229993" cy="50406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" sz="2100" u="none" cap="none" strike="noStrike">
                <a:solidFill>
                  <a:srgbClr val="0073FF"/>
                </a:solidFill>
                <a:latin typeface="Arial"/>
                <a:ea typeface="Arial"/>
                <a:cs typeface="Arial"/>
                <a:sym typeface="Arial"/>
              </a:rPr>
              <a:t>139키 × 2언어</a:t>
            </a:r>
            <a:endParaRPr sz="500"/>
          </a:p>
        </p:txBody>
      </p:sp>
      <p:sp>
        <p:nvSpPr>
          <p:cNvPr id="510" name="Google Shape;510;p36"/>
          <p:cNvSpPr txBox="1"/>
          <p:nvPr/>
        </p:nvSpPr>
        <p:spPr>
          <a:xfrm>
            <a:off x="870966" y="4158348"/>
            <a:ext cx="2229993" cy="3830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" sz="900" u="none" cap="none" strike="noStrike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원천 = CSV 한 장</a:t>
            </a:r>
            <a:endParaRPr sz="500"/>
          </a:p>
        </p:txBody>
      </p:sp>
      <p:sp>
        <p:nvSpPr>
          <p:cNvPr id="511" name="Google Shape;511;p36"/>
          <p:cNvSpPr/>
          <p:nvPr/>
        </p:nvSpPr>
        <p:spPr>
          <a:xfrm>
            <a:off x="3354705" y="3603879"/>
            <a:ext cx="2435733" cy="1008126"/>
          </a:xfrm>
          <a:prstGeom prst="roundRect">
            <a:avLst>
              <a:gd fmla="val 4421" name="adj"/>
            </a:avLst>
          </a:prstGeom>
          <a:solidFill>
            <a:srgbClr val="F5F5F5"/>
          </a:solidFill>
          <a:ln cap="flat" cmpd="sng" w="9525">
            <a:solidFill>
              <a:srgbClr val="DDDD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7150" lIns="34275" spcFirstLastPara="1" rIns="34275" wrap="square" tIns="171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2" name="Google Shape;512;p36"/>
          <p:cNvSpPr txBox="1"/>
          <p:nvPr/>
        </p:nvSpPr>
        <p:spPr>
          <a:xfrm>
            <a:off x="3457575" y="3706749"/>
            <a:ext cx="2229993" cy="50406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" sz="2100" u="none" cap="none" strike="noStrike">
                <a:solidFill>
                  <a:srgbClr val="0073FF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endParaRPr sz="500"/>
          </a:p>
        </p:txBody>
      </p:sp>
      <p:sp>
        <p:nvSpPr>
          <p:cNvPr id="513" name="Google Shape;513;p36"/>
          <p:cNvSpPr txBox="1"/>
          <p:nvPr/>
        </p:nvSpPr>
        <p:spPr>
          <a:xfrm>
            <a:off x="3457575" y="4158348"/>
            <a:ext cx="2229993" cy="3830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" sz="900" u="none" cap="none" strike="noStrike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코드 · 씬 하드코딩 문자열</a:t>
            </a:r>
            <a:endParaRPr sz="500"/>
          </a:p>
        </p:txBody>
      </p:sp>
      <p:sp>
        <p:nvSpPr>
          <p:cNvPr id="514" name="Google Shape;514;p36"/>
          <p:cNvSpPr/>
          <p:nvPr/>
        </p:nvSpPr>
        <p:spPr>
          <a:xfrm>
            <a:off x="5941314" y="3603879"/>
            <a:ext cx="2435733" cy="1008126"/>
          </a:xfrm>
          <a:prstGeom prst="roundRect">
            <a:avLst>
              <a:gd fmla="val 4421" name="adj"/>
            </a:avLst>
          </a:prstGeom>
          <a:solidFill>
            <a:srgbClr val="F5F5F5"/>
          </a:solidFill>
          <a:ln cap="flat" cmpd="sng" w="9525">
            <a:solidFill>
              <a:srgbClr val="DDDD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7150" lIns="34275" spcFirstLastPara="1" rIns="34275" wrap="square" tIns="171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5" name="Google Shape;515;p36"/>
          <p:cNvSpPr txBox="1"/>
          <p:nvPr/>
        </p:nvSpPr>
        <p:spPr>
          <a:xfrm>
            <a:off x="6044184" y="3706749"/>
            <a:ext cx="2229993" cy="50406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" sz="2100" u="none" cap="none" strike="noStrike">
                <a:solidFill>
                  <a:srgbClr val="0073FF"/>
                </a:solidFill>
                <a:latin typeface="Arial"/>
                <a:ea typeface="Arial"/>
                <a:cs typeface="Arial"/>
                <a:sym typeface="Arial"/>
              </a:rPr>
              <a:t>343자</a:t>
            </a:r>
            <a:endParaRPr sz="500"/>
          </a:p>
        </p:txBody>
      </p:sp>
      <p:sp>
        <p:nvSpPr>
          <p:cNvPr id="516" name="Google Shape;516;p36"/>
          <p:cNvSpPr txBox="1"/>
          <p:nvPr/>
        </p:nvSpPr>
        <p:spPr>
          <a:xfrm>
            <a:off x="6044184" y="4158348"/>
            <a:ext cx="2229993" cy="3830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" sz="900" u="none" cap="none" strike="noStrike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시작 로딩에 미리 굽는 글자</a:t>
            </a:r>
            <a:endParaRPr sz="50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0" name="Shape 5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1" name="Google Shape;521;p37"/>
          <p:cNvSpPr/>
          <p:nvPr/>
        </p:nvSpPr>
        <p:spPr>
          <a:xfrm>
            <a:off x="267462" y="596646"/>
            <a:ext cx="8613648" cy="4296537"/>
          </a:xfrm>
          <a:prstGeom prst="roundRect">
            <a:avLst>
              <a:gd fmla="val 1117" name="adj"/>
            </a:avLst>
          </a:prstGeom>
          <a:solidFill>
            <a:srgbClr val="FFFFFF"/>
          </a:solidFill>
          <a:ln>
            <a:noFill/>
          </a:ln>
          <a:effectLst>
            <a:outerShdw blurRad="76200" rotWithShape="0" dir="5400000" dist="25400">
              <a:srgbClr val="000000">
                <a:alpha val="9020"/>
              </a:srgbClr>
            </a:outerShdw>
          </a:effectLst>
        </p:spPr>
        <p:txBody>
          <a:bodyPr anchorCtr="0" anchor="ctr" bIns="17150" lIns="34275" spcFirstLastPara="1" rIns="34275" wrap="square" tIns="171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2" name="Google Shape;522;p37"/>
          <p:cNvSpPr/>
          <p:nvPr/>
        </p:nvSpPr>
        <p:spPr>
          <a:xfrm>
            <a:off x="267462" y="253746"/>
            <a:ext cx="8613648" cy="318897"/>
          </a:xfrm>
          <a:prstGeom prst="roundRect">
            <a:avLst>
              <a:gd fmla="val 12903" name="adj"/>
            </a:avLst>
          </a:prstGeom>
          <a:solidFill>
            <a:srgbClr val="1D1D1D"/>
          </a:solidFill>
          <a:ln>
            <a:noFill/>
          </a:ln>
        </p:spPr>
        <p:txBody>
          <a:bodyPr anchorCtr="0" anchor="ctr" bIns="17150" lIns="34275" spcFirstLastPara="1" rIns="34275" wrap="square" tIns="171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3" name="Google Shape;523;p37"/>
          <p:cNvSpPr txBox="1"/>
          <p:nvPr/>
        </p:nvSpPr>
        <p:spPr>
          <a:xfrm>
            <a:off x="510921" y="322326"/>
            <a:ext cx="2057400" cy="1885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ChainRiposte</a:t>
            </a:r>
            <a:endParaRPr sz="500"/>
          </a:p>
        </p:txBody>
      </p:sp>
      <p:sp>
        <p:nvSpPr>
          <p:cNvPr id="524" name="Google Shape;524;p37"/>
          <p:cNvSpPr txBox="1"/>
          <p:nvPr/>
        </p:nvSpPr>
        <p:spPr>
          <a:xfrm>
            <a:off x="6480810" y="342900"/>
            <a:ext cx="2160270" cy="1543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" sz="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2026-08</a:t>
            </a:r>
            <a:endParaRPr sz="500"/>
          </a:p>
        </p:txBody>
      </p:sp>
      <p:cxnSp>
        <p:nvCxnSpPr>
          <p:cNvPr id="525" name="Google Shape;525;p37"/>
          <p:cNvCxnSpPr/>
          <p:nvPr/>
        </p:nvCxnSpPr>
        <p:spPr>
          <a:xfrm>
            <a:off x="500634" y="4670298"/>
            <a:ext cx="7975854" cy="0"/>
          </a:xfrm>
          <a:prstGeom prst="straightConnector1">
            <a:avLst/>
          </a:prstGeom>
          <a:noFill/>
          <a:ln cap="flat" cmpd="sng" w="13950">
            <a:solidFill>
              <a:srgbClr val="3F3F3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sp>
        <p:nvSpPr>
          <p:cNvPr id="526" name="Google Shape;526;p37"/>
          <p:cNvSpPr txBox="1"/>
          <p:nvPr/>
        </p:nvSpPr>
        <p:spPr>
          <a:xfrm>
            <a:off x="6652260" y="4714875"/>
            <a:ext cx="2023110" cy="1543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" sz="700" u="none" cap="none" strike="noStrike">
                <a:solidFill>
                  <a:srgbClr val="1D1D1D"/>
                </a:solidFill>
                <a:latin typeface="Arial"/>
                <a:ea typeface="Arial"/>
                <a:cs typeface="Arial"/>
                <a:sym typeface="Arial"/>
              </a:rPr>
              <a:t>13</a:t>
            </a:r>
            <a:endParaRPr sz="500"/>
          </a:p>
        </p:txBody>
      </p:sp>
      <p:sp>
        <p:nvSpPr>
          <p:cNvPr id="527" name="Google Shape;527;p37"/>
          <p:cNvSpPr txBox="1"/>
          <p:nvPr/>
        </p:nvSpPr>
        <p:spPr>
          <a:xfrm>
            <a:off x="1443609" y="706374"/>
            <a:ext cx="6257925" cy="46291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" sz="2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보드 60,000개를 자동 검증했다</a:t>
            </a:r>
            <a:endParaRPr sz="500"/>
          </a:p>
        </p:txBody>
      </p:sp>
      <p:cxnSp>
        <p:nvCxnSpPr>
          <p:cNvPr id="528" name="Google Shape;528;p37"/>
          <p:cNvCxnSpPr/>
          <p:nvPr/>
        </p:nvCxnSpPr>
        <p:spPr>
          <a:xfrm>
            <a:off x="493776" y="1248156"/>
            <a:ext cx="8157591" cy="0"/>
          </a:xfrm>
          <a:prstGeom prst="straightConnector1">
            <a:avLst/>
          </a:prstGeom>
          <a:noFill/>
          <a:ln cap="flat" cmpd="sng" w="15875">
            <a:solidFill>
              <a:srgbClr val="3F3F3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sp>
        <p:nvSpPr>
          <p:cNvPr id="529" name="Google Shape;529;p37"/>
          <p:cNvSpPr txBox="1"/>
          <p:nvPr/>
        </p:nvSpPr>
        <p:spPr>
          <a:xfrm>
            <a:off x="891540" y="1378458"/>
            <a:ext cx="7372350" cy="21259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" sz="900" u="none" cap="none" strike="noStrike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엔진 규칙에 </a:t>
            </a:r>
            <a:r>
              <a:rPr b="0" i="0" lang="ko" sz="800" u="none" cap="none" strike="noStrike">
                <a:solidFill>
                  <a:srgbClr val="004CB3"/>
                </a:solidFill>
                <a:latin typeface="Consolas"/>
                <a:ea typeface="Consolas"/>
                <a:cs typeface="Consolas"/>
                <a:sym typeface="Consolas"/>
              </a:rPr>
              <a:t>UnityEngine</a:t>
            </a:r>
            <a:r>
              <a:rPr b="0" i="0" lang="ko" sz="900" u="none" cap="none" strike="noStrike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이 없어서, 유니티를 켜지 않고 검사할 수 있었다.</a:t>
            </a:r>
            <a:endParaRPr sz="500"/>
          </a:p>
        </p:txBody>
      </p:sp>
      <p:cxnSp>
        <p:nvCxnSpPr>
          <p:cNvPr id="530" name="Google Shape;530;p37"/>
          <p:cNvCxnSpPr/>
          <p:nvPr/>
        </p:nvCxnSpPr>
        <p:spPr>
          <a:xfrm>
            <a:off x="493776" y="1690497"/>
            <a:ext cx="8157591" cy="0"/>
          </a:xfrm>
          <a:prstGeom prst="straightConnector1">
            <a:avLst/>
          </a:prstGeom>
          <a:noFill/>
          <a:ln cap="flat" cmpd="sng" w="15875">
            <a:solidFill>
              <a:srgbClr val="3F3F3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sp>
        <p:nvSpPr>
          <p:cNvPr id="531" name="Google Shape;531;p37"/>
          <p:cNvSpPr/>
          <p:nvPr/>
        </p:nvSpPr>
        <p:spPr>
          <a:xfrm>
            <a:off x="768096" y="1851660"/>
            <a:ext cx="4197096" cy="1680210"/>
          </a:xfrm>
          <a:prstGeom prst="roundRect">
            <a:avLst>
              <a:gd fmla="val 2653" name="adj"/>
            </a:avLst>
          </a:prstGeom>
          <a:solidFill>
            <a:srgbClr val="F5F5F5"/>
          </a:solidFill>
          <a:ln cap="flat" cmpd="sng" w="9525">
            <a:solidFill>
              <a:srgbClr val="DDDD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7150" lIns="34275" spcFirstLastPara="1" rIns="34275" wrap="square" tIns="171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2" name="Google Shape;532;p37"/>
          <p:cNvSpPr txBox="1"/>
          <p:nvPr/>
        </p:nvSpPr>
        <p:spPr>
          <a:xfrm>
            <a:off x="905256" y="1988820"/>
            <a:ext cx="3922776" cy="19202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상황 → 방법 → 결과</a:t>
            </a:r>
            <a:endParaRPr sz="500"/>
          </a:p>
        </p:txBody>
      </p:sp>
      <p:sp>
        <p:nvSpPr>
          <p:cNvPr id="533" name="Google Shape;533;p37"/>
          <p:cNvSpPr txBox="1"/>
          <p:nvPr/>
        </p:nvSpPr>
        <p:spPr>
          <a:xfrm>
            <a:off x="905256" y="2201418"/>
            <a:ext cx="3922776" cy="11932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" sz="800" u="none" cap="none" strike="noStrike">
                <a:solidFill>
                  <a:srgbClr val="004CB3"/>
                </a:solidFill>
                <a:latin typeface="Arial"/>
                <a:ea typeface="Arial"/>
                <a:cs typeface="Arial"/>
                <a:sym typeface="Arial"/>
              </a:rPr>
              <a:t>상황</a:t>
            </a:r>
            <a:r>
              <a:rPr b="0" i="0" lang="ko" sz="800" u="none" cap="none" strike="noStrike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 — 주석은 "구멍 이외의 모든 칸이 항상 채워진다"고 </a:t>
            </a:r>
            <a:r>
              <a:rPr b="0" i="0" lang="ko" sz="800" u="none" cap="none" strike="noStrike">
                <a:solidFill>
                  <a:srgbClr val="004CB3"/>
                </a:solidFill>
                <a:latin typeface="Arial"/>
                <a:ea typeface="Arial"/>
                <a:cs typeface="Arial"/>
                <a:sym typeface="Arial"/>
              </a:rPr>
              <a:t>주장</a:t>
            </a:r>
            <a:r>
              <a:rPr b="0" i="0" lang="ko" sz="800" u="none" cap="none" strike="noStrike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했고 </a:t>
            </a:r>
            <a:r>
              <a:rPr b="0" i="0" lang="ko" sz="800" u="none" cap="none" strike="noStrike">
                <a:solidFill>
                  <a:srgbClr val="004CB3"/>
                </a:solidFill>
                <a:latin typeface="Arial"/>
                <a:ea typeface="Arial"/>
                <a:cs typeface="Arial"/>
                <a:sym typeface="Arial"/>
              </a:rPr>
              <a:t>테스트 166개가 통과 중</a:t>
            </a:r>
            <a:r>
              <a:rPr b="0" i="0" lang="ko" sz="800" u="none" cap="none" strike="noStrike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이었다. 그런데 실제로는 벽 밑에 빈 칸이 남았다.</a:t>
            </a:r>
            <a:endParaRPr sz="500"/>
          </a:p>
          <a:p>
            <a:pPr indent="0" lvl="0" marL="0" marR="0" rtl="0" algn="l">
              <a:lnSpc>
                <a:spcPct val="128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b="0" i="0" lang="ko" sz="800" u="none" cap="none" strike="noStrike">
                <a:solidFill>
                  <a:srgbClr val="004CB3"/>
                </a:solidFill>
                <a:latin typeface="Arial"/>
                <a:ea typeface="Arial"/>
                <a:cs typeface="Arial"/>
                <a:sym typeface="Arial"/>
              </a:rPr>
              <a:t>방법</a:t>
            </a:r>
            <a:r>
              <a:rPr b="0" i="0" lang="ko" sz="800" u="none" cap="none" strike="noStrike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 — 엔진 규칙이 </a:t>
            </a:r>
            <a:r>
              <a:rPr b="0" i="0" lang="ko" sz="800" u="none" cap="none" strike="noStrike">
                <a:solidFill>
                  <a:srgbClr val="004CB3"/>
                </a:solidFill>
                <a:latin typeface="Arial"/>
                <a:ea typeface="Arial"/>
                <a:cs typeface="Arial"/>
                <a:sym typeface="Arial"/>
              </a:rPr>
              <a:t>순수 C#</a:t>
            </a:r>
            <a:r>
              <a:rPr b="0" i="0" lang="ko" sz="800" u="none" cap="none" strike="noStrike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이라 콘솔 프로젝트에 소스를 그대로 물려 컴파일된다. 무작위 보드 </a:t>
            </a:r>
            <a:r>
              <a:rPr b="0" i="0" lang="ko" sz="800" u="none" cap="none" strike="noStrike">
                <a:solidFill>
                  <a:srgbClr val="004CB3"/>
                </a:solidFill>
                <a:latin typeface="Arial"/>
                <a:ea typeface="Arial"/>
                <a:cs typeface="Arial"/>
                <a:sym typeface="Arial"/>
              </a:rPr>
              <a:t>60,000개</a:t>
            </a:r>
            <a:r>
              <a:rPr b="0" i="0" lang="ko" sz="800" u="none" cap="none" strike="noStrike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를 돌려 반례를 모았다(테스트도 </a:t>
            </a:r>
            <a:r>
              <a:rPr b="0" i="0" lang="ko" sz="800" u="none" cap="none" strike="noStrike">
                <a:solidFill>
                  <a:srgbClr val="004CB3"/>
                </a:solidFill>
                <a:latin typeface="Arial"/>
                <a:ea typeface="Arial"/>
                <a:cs typeface="Arial"/>
                <a:sym typeface="Arial"/>
              </a:rPr>
              <a:t>`dotnet test` 0.3초</a:t>
            </a:r>
            <a:r>
              <a:rPr b="0" i="0" lang="ko" sz="800" u="none" cap="none" strike="noStrike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 완주).</a:t>
            </a:r>
            <a:endParaRPr sz="500"/>
          </a:p>
          <a:p>
            <a:pPr indent="0" lvl="0" marL="0" marR="0" rtl="0" algn="l">
              <a:lnSpc>
                <a:spcPct val="128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b="0" i="0" lang="ko" sz="800" u="none" cap="none" strike="noStrike">
                <a:solidFill>
                  <a:srgbClr val="004CB3"/>
                </a:solidFill>
                <a:latin typeface="Arial"/>
                <a:ea typeface="Arial"/>
                <a:cs typeface="Arial"/>
                <a:sym typeface="Arial"/>
              </a:rPr>
              <a:t>결과</a:t>
            </a:r>
            <a:r>
              <a:rPr b="0" i="0" lang="ko" sz="800" u="none" cap="none" strike="noStrike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 — 이번 버그 </a:t>
            </a:r>
            <a:r>
              <a:rPr b="0" i="0" lang="ko" sz="800" u="none" cap="none" strike="noStrike">
                <a:solidFill>
                  <a:srgbClr val="004CB3"/>
                </a:solidFill>
                <a:latin typeface="Arial"/>
                <a:ea typeface="Arial"/>
                <a:cs typeface="Arial"/>
                <a:sym typeface="Arial"/>
              </a:rPr>
              <a:t>3개를 전부 퍼즈가 잡았다</a:t>
            </a:r>
            <a:r>
              <a:rPr b="0" i="0" lang="ko" sz="800" u="none" cap="none" strike="noStrike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(무한 루프 · 널 참조 · 빈 칸). 손으로 짠 테스트 166개는 </a:t>
            </a:r>
            <a:r>
              <a:rPr b="0" i="0" lang="ko" sz="800" u="none" cap="none" strike="noStrike">
                <a:solidFill>
                  <a:srgbClr val="004CB3"/>
                </a:solidFill>
                <a:latin typeface="Arial"/>
                <a:ea typeface="Arial"/>
                <a:cs typeface="Arial"/>
                <a:sym typeface="Arial"/>
              </a:rPr>
              <a:t>하나도 못 잡았다.</a:t>
            </a:r>
            <a:endParaRPr sz="500"/>
          </a:p>
        </p:txBody>
      </p:sp>
      <p:sp>
        <p:nvSpPr>
          <p:cNvPr id="534" name="Google Shape;534;p37"/>
          <p:cNvSpPr/>
          <p:nvPr/>
        </p:nvSpPr>
        <p:spPr>
          <a:xfrm>
            <a:off x="768096" y="3634740"/>
            <a:ext cx="4197096" cy="977265"/>
          </a:xfrm>
          <a:prstGeom prst="roundRect">
            <a:avLst>
              <a:gd fmla="val 4561" name="adj"/>
            </a:avLst>
          </a:prstGeom>
          <a:solidFill>
            <a:srgbClr val="1D1D1D"/>
          </a:solidFill>
          <a:ln>
            <a:noFill/>
          </a:ln>
        </p:spPr>
        <p:txBody>
          <a:bodyPr anchorCtr="0" anchor="ctr" bIns="17150" lIns="34275" spcFirstLastPara="1" rIns="34275" wrap="square" tIns="171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5" name="Google Shape;535;p37"/>
          <p:cNvSpPr/>
          <p:nvPr/>
        </p:nvSpPr>
        <p:spPr>
          <a:xfrm>
            <a:off x="768096" y="3634740"/>
            <a:ext cx="58293" cy="977265"/>
          </a:xfrm>
          <a:prstGeom prst="rect">
            <a:avLst/>
          </a:prstGeom>
          <a:solidFill>
            <a:srgbClr val="0073FF"/>
          </a:solidFill>
          <a:ln>
            <a:noFill/>
          </a:ln>
        </p:spPr>
        <p:txBody>
          <a:bodyPr anchorCtr="0" anchor="ctr" bIns="17150" lIns="34275" spcFirstLastPara="1" rIns="34275" wrap="square" tIns="171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6" name="Google Shape;536;p37"/>
          <p:cNvSpPr txBox="1"/>
          <p:nvPr/>
        </p:nvSpPr>
        <p:spPr>
          <a:xfrm>
            <a:off x="1042416" y="3703320"/>
            <a:ext cx="3648456" cy="84010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" sz="1100" u="none" cap="none" strike="noStrike">
                <a:solidFill>
                  <a:srgbClr val="7AB8FF"/>
                </a:solidFill>
                <a:latin typeface="Arial"/>
                <a:ea typeface="Arial"/>
                <a:cs typeface="Arial"/>
                <a:sym typeface="Arial"/>
              </a:rPr>
              <a:t>불변식은 주장이지 보장이 아니다.</a:t>
            </a:r>
            <a:endParaRPr sz="500"/>
          </a:p>
          <a:p>
            <a:pPr indent="0" lvl="0" marL="0" marR="0" rtl="0" algn="l">
              <a:lnSpc>
                <a:spcPct val="122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ko" sz="900" u="none" cap="none" strike="noStrike">
                <a:solidFill>
                  <a:srgbClr val="C9C9C9"/>
                </a:solidFill>
                <a:latin typeface="Arial"/>
                <a:ea typeface="Arial"/>
                <a:cs typeface="Arial"/>
                <a:sym typeface="Arial"/>
              </a:rPr>
              <a:t>손으로 짠 예제는 «내가 생각한 판»만 검사한다. 생각하지 못한 판은 기계가 찾아야 했다.</a:t>
            </a:r>
            <a:endParaRPr sz="500"/>
          </a:p>
        </p:txBody>
      </p:sp>
      <p:pic>
        <p:nvPicPr>
          <p:cNvPr id="537" name="Google Shape;537;p3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026925" y="1758900"/>
            <a:ext cx="3930939" cy="29559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1" name="Shape 5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" name="Google Shape;542;p38"/>
          <p:cNvSpPr/>
          <p:nvPr/>
        </p:nvSpPr>
        <p:spPr>
          <a:xfrm>
            <a:off x="267462" y="596646"/>
            <a:ext cx="8613600" cy="4296600"/>
          </a:xfrm>
          <a:prstGeom prst="roundRect">
            <a:avLst>
              <a:gd fmla="val 1117" name="adj"/>
            </a:avLst>
          </a:prstGeom>
          <a:solidFill>
            <a:srgbClr val="FFFFFF"/>
          </a:solidFill>
          <a:ln>
            <a:noFill/>
          </a:ln>
          <a:effectLst>
            <a:outerShdw blurRad="76200" rotWithShape="0" dir="5400000" dist="25400">
              <a:srgbClr val="000000">
                <a:alpha val="9020"/>
              </a:srgbClr>
            </a:outerShdw>
          </a:effectLst>
        </p:spPr>
        <p:txBody>
          <a:bodyPr anchorCtr="0" anchor="ctr" bIns="17150" lIns="34275" spcFirstLastPara="1" rIns="34275" wrap="square" tIns="171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3" name="Google Shape;543;p38"/>
          <p:cNvSpPr/>
          <p:nvPr/>
        </p:nvSpPr>
        <p:spPr>
          <a:xfrm>
            <a:off x="267462" y="253746"/>
            <a:ext cx="8613600" cy="318900"/>
          </a:xfrm>
          <a:prstGeom prst="roundRect">
            <a:avLst>
              <a:gd fmla="val 12903" name="adj"/>
            </a:avLst>
          </a:prstGeom>
          <a:solidFill>
            <a:srgbClr val="1D1D1D"/>
          </a:solidFill>
          <a:ln>
            <a:noFill/>
          </a:ln>
        </p:spPr>
        <p:txBody>
          <a:bodyPr anchorCtr="0" anchor="ctr" bIns="17150" lIns="34275" spcFirstLastPara="1" rIns="34275" wrap="square" tIns="171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4" name="Google Shape;544;p38"/>
          <p:cNvSpPr txBox="1"/>
          <p:nvPr/>
        </p:nvSpPr>
        <p:spPr>
          <a:xfrm>
            <a:off x="510921" y="322326"/>
            <a:ext cx="20574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ChainRiposte</a:t>
            </a:r>
            <a:endParaRPr sz="500"/>
          </a:p>
        </p:txBody>
      </p:sp>
      <p:sp>
        <p:nvSpPr>
          <p:cNvPr id="545" name="Google Shape;545;p38"/>
          <p:cNvSpPr txBox="1"/>
          <p:nvPr/>
        </p:nvSpPr>
        <p:spPr>
          <a:xfrm>
            <a:off x="6480810" y="342900"/>
            <a:ext cx="2160300" cy="12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" sz="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2026-08</a:t>
            </a:r>
            <a:endParaRPr sz="500"/>
          </a:p>
        </p:txBody>
      </p:sp>
      <p:cxnSp>
        <p:nvCxnSpPr>
          <p:cNvPr id="546" name="Google Shape;546;p38"/>
          <p:cNvCxnSpPr/>
          <p:nvPr/>
        </p:nvCxnSpPr>
        <p:spPr>
          <a:xfrm>
            <a:off x="500634" y="4670298"/>
            <a:ext cx="7975800" cy="0"/>
          </a:xfrm>
          <a:prstGeom prst="straightConnector1">
            <a:avLst/>
          </a:prstGeom>
          <a:noFill/>
          <a:ln cap="flat" cmpd="sng" w="13950">
            <a:solidFill>
              <a:srgbClr val="3F3F3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40"/>
              </a:srgbClr>
            </a:outerShdw>
          </a:effectLst>
        </p:spPr>
      </p:cxnSp>
      <p:sp>
        <p:nvSpPr>
          <p:cNvPr id="547" name="Google Shape;547;p38"/>
          <p:cNvSpPr txBox="1"/>
          <p:nvPr/>
        </p:nvSpPr>
        <p:spPr>
          <a:xfrm>
            <a:off x="6652260" y="4714875"/>
            <a:ext cx="2023200" cy="10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" sz="700" u="none" cap="none" strike="noStrike">
                <a:solidFill>
                  <a:srgbClr val="1D1D1D"/>
                </a:solidFill>
                <a:latin typeface="Arial"/>
                <a:ea typeface="Arial"/>
                <a:cs typeface="Arial"/>
                <a:sym typeface="Arial"/>
              </a:rPr>
              <a:t>13</a:t>
            </a:r>
            <a:endParaRPr sz="500"/>
          </a:p>
        </p:txBody>
      </p:sp>
      <p:sp>
        <p:nvSpPr>
          <p:cNvPr id="548" name="Google Shape;548;p38"/>
          <p:cNvSpPr txBox="1"/>
          <p:nvPr/>
        </p:nvSpPr>
        <p:spPr>
          <a:xfrm>
            <a:off x="1443609" y="706374"/>
            <a:ext cx="62580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" sz="2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보드 60,000개를 자동 검증했다</a:t>
            </a:r>
            <a:endParaRPr sz="500"/>
          </a:p>
        </p:txBody>
      </p:sp>
      <p:cxnSp>
        <p:nvCxnSpPr>
          <p:cNvPr id="549" name="Google Shape;549;p38"/>
          <p:cNvCxnSpPr/>
          <p:nvPr/>
        </p:nvCxnSpPr>
        <p:spPr>
          <a:xfrm>
            <a:off x="493776" y="1248156"/>
            <a:ext cx="8157600" cy="0"/>
          </a:xfrm>
          <a:prstGeom prst="straightConnector1">
            <a:avLst/>
          </a:prstGeom>
          <a:noFill/>
          <a:ln cap="flat" cmpd="sng" w="15875">
            <a:solidFill>
              <a:srgbClr val="3F3F3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40"/>
              </a:srgbClr>
            </a:outerShdw>
          </a:effectLst>
        </p:spPr>
      </p:cxnSp>
      <p:sp>
        <p:nvSpPr>
          <p:cNvPr id="550" name="Google Shape;550;p38"/>
          <p:cNvSpPr txBox="1"/>
          <p:nvPr/>
        </p:nvSpPr>
        <p:spPr>
          <a:xfrm>
            <a:off x="891540" y="1378458"/>
            <a:ext cx="73725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" sz="900" u="none" cap="none" strike="noStrike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엔진 규칙에 </a:t>
            </a:r>
            <a:r>
              <a:rPr b="0" i="0" lang="ko" sz="800" u="none" cap="none" strike="noStrike">
                <a:solidFill>
                  <a:srgbClr val="004CB3"/>
                </a:solidFill>
                <a:latin typeface="Consolas"/>
                <a:ea typeface="Consolas"/>
                <a:cs typeface="Consolas"/>
                <a:sym typeface="Consolas"/>
              </a:rPr>
              <a:t>UnityEngine</a:t>
            </a:r>
            <a:r>
              <a:rPr b="0" i="0" lang="ko" sz="900" u="none" cap="none" strike="noStrike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이 없어서, 유니티를 켜지 않고 검사할 수 있었다.</a:t>
            </a:r>
            <a:endParaRPr sz="500"/>
          </a:p>
        </p:txBody>
      </p:sp>
      <p:cxnSp>
        <p:nvCxnSpPr>
          <p:cNvPr id="551" name="Google Shape;551;p38"/>
          <p:cNvCxnSpPr/>
          <p:nvPr/>
        </p:nvCxnSpPr>
        <p:spPr>
          <a:xfrm>
            <a:off x="493776" y="1690497"/>
            <a:ext cx="8157600" cy="0"/>
          </a:xfrm>
          <a:prstGeom prst="straightConnector1">
            <a:avLst/>
          </a:prstGeom>
          <a:noFill/>
          <a:ln cap="flat" cmpd="sng" w="15875">
            <a:solidFill>
              <a:srgbClr val="3F3F3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40"/>
              </a:srgbClr>
            </a:outerShdw>
          </a:effectLst>
        </p:spPr>
      </p:cxnSp>
      <p:sp>
        <p:nvSpPr>
          <p:cNvPr id="552" name="Google Shape;552;p38"/>
          <p:cNvSpPr/>
          <p:nvPr/>
        </p:nvSpPr>
        <p:spPr>
          <a:xfrm>
            <a:off x="768096" y="1851660"/>
            <a:ext cx="4197000" cy="1680300"/>
          </a:xfrm>
          <a:prstGeom prst="roundRect">
            <a:avLst>
              <a:gd fmla="val 2653" name="adj"/>
            </a:avLst>
          </a:prstGeom>
          <a:solidFill>
            <a:srgbClr val="F5F5F5"/>
          </a:solidFill>
          <a:ln cap="flat" cmpd="sng" w="9525">
            <a:solidFill>
              <a:srgbClr val="DDDD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7150" lIns="34275" spcFirstLastPara="1" rIns="34275" wrap="square" tIns="171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3" name="Google Shape;553;p38"/>
          <p:cNvSpPr txBox="1"/>
          <p:nvPr/>
        </p:nvSpPr>
        <p:spPr>
          <a:xfrm>
            <a:off x="905256" y="1988820"/>
            <a:ext cx="39228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상황 → 방법 → 결과</a:t>
            </a:r>
            <a:endParaRPr sz="500"/>
          </a:p>
        </p:txBody>
      </p:sp>
      <p:sp>
        <p:nvSpPr>
          <p:cNvPr id="554" name="Google Shape;554;p38"/>
          <p:cNvSpPr txBox="1"/>
          <p:nvPr/>
        </p:nvSpPr>
        <p:spPr>
          <a:xfrm>
            <a:off x="905256" y="2201418"/>
            <a:ext cx="3922800" cy="96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" sz="800" u="none" cap="none" strike="noStrike">
                <a:solidFill>
                  <a:srgbClr val="004CB3"/>
                </a:solidFill>
                <a:latin typeface="Arial"/>
                <a:ea typeface="Arial"/>
                <a:cs typeface="Arial"/>
                <a:sym typeface="Arial"/>
              </a:rPr>
              <a:t>상황</a:t>
            </a:r>
            <a:r>
              <a:rPr b="0" i="0" lang="ko" sz="800" u="none" cap="none" strike="noStrike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 — 주석은 "구멍 이외의 모든 칸이 항상 채워진다"고 </a:t>
            </a:r>
            <a:r>
              <a:rPr b="0" i="0" lang="ko" sz="800" u="none" cap="none" strike="noStrike">
                <a:solidFill>
                  <a:srgbClr val="004CB3"/>
                </a:solidFill>
                <a:latin typeface="Arial"/>
                <a:ea typeface="Arial"/>
                <a:cs typeface="Arial"/>
                <a:sym typeface="Arial"/>
              </a:rPr>
              <a:t>주장</a:t>
            </a:r>
            <a:r>
              <a:rPr b="0" i="0" lang="ko" sz="800" u="none" cap="none" strike="noStrike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했고 </a:t>
            </a:r>
            <a:r>
              <a:rPr b="0" i="0" lang="ko" sz="800" u="none" cap="none" strike="noStrike">
                <a:solidFill>
                  <a:srgbClr val="004CB3"/>
                </a:solidFill>
                <a:latin typeface="Arial"/>
                <a:ea typeface="Arial"/>
                <a:cs typeface="Arial"/>
                <a:sym typeface="Arial"/>
              </a:rPr>
              <a:t>테스트 166개가 통과 중</a:t>
            </a:r>
            <a:r>
              <a:rPr b="0" i="0" lang="ko" sz="800" u="none" cap="none" strike="noStrike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이었다. 그런데 실제로는 벽 밑에 빈 칸이 남았다.</a:t>
            </a:r>
            <a:endParaRPr sz="500"/>
          </a:p>
          <a:p>
            <a:pPr indent="0" lvl="0" marL="0" marR="0" rtl="0" algn="l">
              <a:lnSpc>
                <a:spcPct val="128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b="0" i="0" lang="ko" sz="800" u="none" cap="none" strike="noStrike">
                <a:solidFill>
                  <a:srgbClr val="004CB3"/>
                </a:solidFill>
                <a:latin typeface="Arial"/>
                <a:ea typeface="Arial"/>
                <a:cs typeface="Arial"/>
                <a:sym typeface="Arial"/>
              </a:rPr>
              <a:t>방법</a:t>
            </a:r>
            <a:r>
              <a:rPr b="0" i="0" lang="ko" sz="800" u="none" cap="none" strike="noStrike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 — 엔진 규칙이 </a:t>
            </a:r>
            <a:r>
              <a:rPr b="0" i="0" lang="ko" sz="800" u="none" cap="none" strike="noStrike">
                <a:solidFill>
                  <a:srgbClr val="004CB3"/>
                </a:solidFill>
                <a:latin typeface="Arial"/>
                <a:ea typeface="Arial"/>
                <a:cs typeface="Arial"/>
                <a:sym typeface="Arial"/>
              </a:rPr>
              <a:t>순수 C#</a:t>
            </a:r>
            <a:r>
              <a:rPr b="0" i="0" lang="ko" sz="800" u="none" cap="none" strike="noStrike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이라 콘솔 프로젝트에 소스를 그대로 물려 컴파일된다. 무작위 보드 </a:t>
            </a:r>
            <a:r>
              <a:rPr b="0" i="0" lang="ko" sz="800" u="none" cap="none" strike="noStrike">
                <a:solidFill>
                  <a:srgbClr val="004CB3"/>
                </a:solidFill>
                <a:latin typeface="Arial"/>
                <a:ea typeface="Arial"/>
                <a:cs typeface="Arial"/>
                <a:sym typeface="Arial"/>
              </a:rPr>
              <a:t>60,000개</a:t>
            </a:r>
            <a:r>
              <a:rPr b="0" i="0" lang="ko" sz="800" u="none" cap="none" strike="noStrike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를 돌려 반례를 모았다(테스트도 </a:t>
            </a:r>
            <a:r>
              <a:rPr b="0" i="0" lang="ko" sz="800" u="none" cap="none" strike="noStrike">
                <a:solidFill>
                  <a:srgbClr val="004CB3"/>
                </a:solidFill>
                <a:latin typeface="Arial"/>
                <a:ea typeface="Arial"/>
                <a:cs typeface="Arial"/>
                <a:sym typeface="Arial"/>
              </a:rPr>
              <a:t>`dotnet test` 0.3초</a:t>
            </a:r>
            <a:r>
              <a:rPr b="0" i="0" lang="ko" sz="800" u="none" cap="none" strike="noStrike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 완주).</a:t>
            </a:r>
            <a:endParaRPr sz="500"/>
          </a:p>
          <a:p>
            <a:pPr indent="0" lvl="0" marL="0" marR="0" rtl="0" algn="l">
              <a:lnSpc>
                <a:spcPct val="128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b="0" i="0" lang="ko" sz="800" u="none" cap="none" strike="noStrike">
                <a:solidFill>
                  <a:srgbClr val="004CB3"/>
                </a:solidFill>
                <a:latin typeface="Arial"/>
                <a:ea typeface="Arial"/>
                <a:cs typeface="Arial"/>
                <a:sym typeface="Arial"/>
              </a:rPr>
              <a:t>결과</a:t>
            </a:r>
            <a:r>
              <a:rPr b="0" i="0" lang="ko" sz="800" u="none" cap="none" strike="noStrike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 — 이번 버그 </a:t>
            </a:r>
            <a:r>
              <a:rPr b="0" i="0" lang="ko" sz="800" u="none" cap="none" strike="noStrike">
                <a:solidFill>
                  <a:srgbClr val="004CB3"/>
                </a:solidFill>
                <a:latin typeface="Arial"/>
                <a:ea typeface="Arial"/>
                <a:cs typeface="Arial"/>
                <a:sym typeface="Arial"/>
              </a:rPr>
              <a:t>3개를 전부 퍼즈가 잡았다</a:t>
            </a:r>
            <a:r>
              <a:rPr b="0" i="0" lang="ko" sz="800" u="none" cap="none" strike="noStrike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(무한 루프 · 널 참조 · 빈 칸). 손으로 짠 테스트 166개는 </a:t>
            </a:r>
            <a:r>
              <a:rPr b="0" i="0" lang="ko" sz="800" u="none" cap="none" strike="noStrike">
                <a:solidFill>
                  <a:srgbClr val="004CB3"/>
                </a:solidFill>
                <a:latin typeface="Arial"/>
                <a:ea typeface="Arial"/>
                <a:cs typeface="Arial"/>
                <a:sym typeface="Arial"/>
              </a:rPr>
              <a:t>하나도 못 잡았다.</a:t>
            </a:r>
            <a:endParaRPr sz="500"/>
          </a:p>
        </p:txBody>
      </p:sp>
      <p:sp>
        <p:nvSpPr>
          <p:cNvPr id="555" name="Google Shape;555;p38"/>
          <p:cNvSpPr/>
          <p:nvPr/>
        </p:nvSpPr>
        <p:spPr>
          <a:xfrm>
            <a:off x="768096" y="3634740"/>
            <a:ext cx="4197000" cy="977400"/>
          </a:xfrm>
          <a:prstGeom prst="roundRect">
            <a:avLst>
              <a:gd fmla="val 4561" name="adj"/>
            </a:avLst>
          </a:prstGeom>
          <a:solidFill>
            <a:srgbClr val="1D1D1D"/>
          </a:solidFill>
          <a:ln>
            <a:noFill/>
          </a:ln>
        </p:spPr>
        <p:txBody>
          <a:bodyPr anchorCtr="0" anchor="ctr" bIns="17150" lIns="34275" spcFirstLastPara="1" rIns="34275" wrap="square" tIns="171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6" name="Google Shape;556;p38"/>
          <p:cNvSpPr/>
          <p:nvPr/>
        </p:nvSpPr>
        <p:spPr>
          <a:xfrm>
            <a:off x="768096" y="3634740"/>
            <a:ext cx="58200" cy="977400"/>
          </a:xfrm>
          <a:prstGeom prst="rect">
            <a:avLst/>
          </a:prstGeom>
          <a:solidFill>
            <a:srgbClr val="0073FF"/>
          </a:solidFill>
          <a:ln>
            <a:noFill/>
          </a:ln>
        </p:spPr>
        <p:txBody>
          <a:bodyPr anchorCtr="0" anchor="ctr" bIns="17150" lIns="34275" spcFirstLastPara="1" rIns="34275" wrap="square" tIns="171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7" name="Google Shape;557;p38"/>
          <p:cNvSpPr txBox="1"/>
          <p:nvPr/>
        </p:nvSpPr>
        <p:spPr>
          <a:xfrm>
            <a:off x="1042416" y="3703320"/>
            <a:ext cx="3648600" cy="55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" sz="1100" u="none" cap="none" strike="noStrike">
                <a:solidFill>
                  <a:srgbClr val="7AB8FF"/>
                </a:solidFill>
                <a:latin typeface="Arial"/>
                <a:ea typeface="Arial"/>
                <a:cs typeface="Arial"/>
                <a:sym typeface="Arial"/>
              </a:rPr>
              <a:t>불변식은 주장이지 보장이 아니다.</a:t>
            </a:r>
            <a:endParaRPr sz="500"/>
          </a:p>
          <a:p>
            <a:pPr indent="0" lvl="0" marL="0" marR="0" rtl="0" algn="l">
              <a:lnSpc>
                <a:spcPct val="122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ko" sz="900" u="none" cap="none" strike="noStrike">
                <a:solidFill>
                  <a:srgbClr val="C9C9C9"/>
                </a:solidFill>
                <a:latin typeface="Arial"/>
                <a:ea typeface="Arial"/>
                <a:cs typeface="Arial"/>
                <a:sym typeface="Arial"/>
              </a:rPr>
              <a:t>손으로 짠 예제는 «내가 생각한 판»만 검사한다. 생각하지 못한 판은 기계가 찾아야 했다.</a:t>
            </a:r>
            <a:endParaRPr sz="500"/>
          </a:p>
        </p:txBody>
      </p:sp>
      <p:pic>
        <p:nvPicPr>
          <p:cNvPr id="558" name="Google Shape;558;p3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965100" y="2019713"/>
            <a:ext cx="4139050" cy="235433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2" name="Shape 5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" name="Google Shape;563;p39"/>
          <p:cNvSpPr/>
          <p:nvPr/>
        </p:nvSpPr>
        <p:spPr>
          <a:xfrm>
            <a:off x="267462" y="596646"/>
            <a:ext cx="8613648" cy="4296537"/>
          </a:xfrm>
          <a:prstGeom prst="roundRect">
            <a:avLst>
              <a:gd fmla="val 1117" name="adj"/>
            </a:avLst>
          </a:prstGeom>
          <a:solidFill>
            <a:srgbClr val="FFFFFF"/>
          </a:solidFill>
          <a:ln>
            <a:noFill/>
          </a:ln>
          <a:effectLst>
            <a:outerShdw blurRad="76200" rotWithShape="0" dir="5400000" dist="25400">
              <a:srgbClr val="000000">
                <a:alpha val="9020"/>
              </a:srgbClr>
            </a:outerShdw>
          </a:effectLst>
        </p:spPr>
        <p:txBody>
          <a:bodyPr anchorCtr="0" anchor="ctr" bIns="17150" lIns="34275" spcFirstLastPara="1" rIns="34275" wrap="square" tIns="171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4" name="Google Shape;564;p39"/>
          <p:cNvSpPr/>
          <p:nvPr/>
        </p:nvSpPr>
        <p:spPr>
          <a:xfrm>
            <a:off x="267462" y="253746"/>
            <a:ext cx="8613648" cy="318897"/>
          </a:xfrm>
          <a:prstGeom prst="roundRect">
            <a:avLst>
              <a:gd fmla="val 12903" name="adj"/>
            </a:avLst>
          </a:prstGeom>
          <a:solidFill>
            <a:srgbClr val="1D1D1D"/>
          </a:solidFill>
          <a:ln>
            <a:noFill/>
          </a:ln>
        </p:spPr>
        <p:txBody>
          <a:bodyPr anchorCtr="0" anchor="ctr" bIns="17150" lIns="34275" spcFirstLastPara="1" rIns="34275" wrap="square" tIns="171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5" name="Google Shape;565;p39"/>
          <p:cNvSpPr txBox="1"/>
          <p:nvPr/>
        </p:nvSpPr>
        <p:spPr>
          <a:xfrm>
            <a:off x="510921" y="322326"/>
            <a:ext cx="2057400" cy="1885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ChainRiposte</a:t>
            </a:r>
            <a:endParaRPr sz="500"/>
          </a:p>
        </p:txBody>
      </p:sp>
      <p:sp>
        <p:nvSpPr>
          <p:cNvPr id="566" name="Google Shape;566;p39"/>
          <p:cNvSpPr txBox="1"/>
          <p:nvPr/>
        </p:nvSpPr>
        <p:spPr>
          <a:xfrm>
            <a:off x="6480810" y="342900"/>
            <a:ext cx="2160270" cy="1543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" sz="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2026-08</a:t>
            </a:r>
            <a:endParaRPr sz="500"/>
          </a:p>
        </p:txBody>
      </p:sp>
      <p:cxnSp>
        <p:nvCxnSpPr>
          <p:cNvPr id="567" name="Google Shape;567;p39"/>
          <p:cNvCxnSpPr/>
          <p:nvPr/>
        </p:nvCxnSpPr>
        <p:spPr>
          <a:xfrm>
            <a:off x="500634" y="4670298"/>
            <a:ext cx="7975854" cy="0"/>
          </a:xfrm>
          <a:prstGeom prst="straightConnector1">
            <a:avLst/>
          </a:prstGeom>
          <a:noFill/>
          <a:ln cap="flat" cmpd="sng" w="13950">
            <a:solidFill>
              <a:srgbClr val="3F3F3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sp>
        <p:nvSpPr>
          <p:cNvPr id="568" name="Google Shape;568;p39"/>
          <p:cNvSpPr txBox="1"/>
          <p:nvPr/>
        </p:nvSpPr>
        <p:spPr>
          <a:xfrm>
            <a:off x="6652260" y="4714875"/>
            <a:ext cx="2023110" cy="1543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" sz="700" u="none" cap="none" strike="noStrike">
                <a:solidFill>
                  <a:srgbClr val="1D1D1D"/>
                </a:solidFill>
                <a:latin typeface="Arial"/>
                <a:ea typeface="Arial"/>
                <a:cs typeface="Arial"/>
                <a:sym typeface="Arial"/>
              </a:rPr>
              <a:t>16</a:t>
            </a:r>
            <a:endParaRPr sz="500"/>
          </a:p>
        </p:txBody>
      </p:sp>
      <p:sp>
        <p:nvSpPr>
          <p:cNvPr id="569" name="Google Shape;569;p39"/>
          <p:cNvSpPr txBox="1"/>
          <p:nvPr/>
        </p:nvSpPr>
        <p:spPr>
          <a:xfrm>
            <a:off x="1443609" y="706374"/>
            <a:ext cx="6257925" cy="46291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" sz="2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Future Work: 정직하게 남은 것</a:t>
            </a:r>
            <a:endParaRPr sz="500"/>
          </a:p>
        </p:txBody>
      </p:sp>
      <p:cxnSp>
        <p:nvCxnSpPr>
          <p:cNvPr id="570" name="Google Shape;570;p39"/>
          <p:cNvCxnSpPr/>
          <p:nvPr/>
        </p:nvCxnSpPr>
        <p:spPr>
          <a:xfrm>
            <a:off x="493776" y="1248156"/>
            <a:ext cx="8157591" cy="0"/>
          </a:xfrm>
          <a:prstGeom prst="straightConnector1">
            <a:avLst/>
          </a:prstGeom>
          <a:noFill/>
          <a:ln cap="flat" cmpd="sng" w="15875">
            <a:solidFill>
              <a:srgbClr val="3F3F3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sp>
        <p:nvSpPr>
          <p:cNvPr id="571" name="Google Shape;571;p39"/>
          <p:cNvSpPr txBox="1"/>
          <p:nvPr/>
        </p:nvSpPr>
        <p:spPr>
          <a:xfrm>
            <a:off x="891540" y="1378458"/>
            <a:ext cx="7372350" cy="21259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" sz="900" u="none" cap="none" strike="noStrike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시스템은 완성했고, 콘텐츠와 검증이 남았다.</a:t>
            </a:r>
            <a:endParaRPr sz="500"/>
          </a:p>
        </p:txBody>
      </p:sp>
      <p:cxnSp>
        <p:nvCxnSpPr>
          <p:cNvPr id="572" name="Google Shape;572;p39"/>
          <p:cNvCxnSpPr/>
          <p:nvPr/>
        </p:nvCxnSpPr>
        <p:spPr>
          <a:xfrm>
            <a:off x="493776" y="1690497"/>
            <a:ext cx="8157591" cy="0"/>
          </a:xfrm>
          <a:prstGeom prst="straightConnector1">
            <a:avLst/>
          </a:prstGeom>
          <a:noFill/>
          <a:ln cap="flat" cmpd="sng" w="15875">
            <a:solidFill>
              <a:srgbClr val="3F3F3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sp>
        <p:nvSpPr>
          <p:cNvPr id="573" name="Google Shape;573;p39"/>
          <p:cNvSpPr/>
          <p:nvPr/>
        </p:nvSpPr>
        <p:spPr>
          <a:xfrm>
            <a:off x="768096" y="1851660"/>
            <a:ext cx="7608951" cy="267462"/>
          </a:xfrm>
          <a:prstGeom prst="roundRect">
            <a:avLst>
              <a:gd fmla="val 11538" name="adj"/>
            </a:avLst>
          </a:prstGeom>
          <a:solidFill>
            <a:srgbClr val="1D1D1D"/>
          </a:solidFill>
          <a:ln>
            <a:noFill/>
          </a:ln>
        </p:spPr>
        <p:txBody>
          <a:bodyPr anchorCtr="0" anchor="ctr" bIns="17150" lIns="34275" spcFirstLastPara="1" rIns="34275" wrap="square" tIns="171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4" name="Google Shape;574;p39"/>
          <p:cNvSpPr txBox="1"/>
          <p:nvPr/>
        </p:nvSpPr>
        <p:spPr>
          <a:xfrm>
            <a:off x="956691" y="1851660"/>
            <a:ext cx="2048484" cy="26746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" sz="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항목</a:t>
            </a:r>
            <a:endParaRPr sz="500"/>
          </a:p>
        </p:txBody>
      </p:sp>
      <p:sp>
        <p:nvSpPr>
          <p:cNvPr id="575" name="Google Shape;575;p39"/>
          <p:cNvSpPr txBox="1"/>
          <p:nvPr/>
        </p:nvSpPr>
        <p:spPr>
          <a:xfrm>
            <a:off x="3348075" y="1851660"/>
            <a:ext cx="4874666" cy="26746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" sz="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상태</a:t>
            </a:r>
            <a:endParaRPr sz="500"/>
          </a:p>
        </p:txBody>
      </p:sp>
      <p:sp>
        <p:nvSpPr>
          <p:cNvPr id="576" name="Google Shape;576;p39"/>
          <p:cNvSpPr/>
          <p:nvPr/>
        </p:nvSpPr>
        <p:spPr>
          <a:xfrm>
            <a:off x="768096" y="2160270"/>
            <a:ext cx="7608951" cy="316325"/>
          </a:xfrm>
          <a:prstGeom prst="roundRect">
            <a:avLst>
              <a:gd fmla="val 9756" name="adj"/>
            </a:avLst>
          </a:prstGeom>
          <a:solidFill>
            <a:srgbClr val="F5F5F5"/>
          </a:solidFill>
          <a:ln>
            <a:noFill/>
          </a:ln>
        </p:spPr>
        <p:txBody>
          <a:bodyPr anchorCtr="0" anchor="ctr" bIns="17150" lIns="34275" spcFirstLastPara="1" rIns="34275" wrap="square" tIns="171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7" name="Google Shape;577;p39"/>
          <p:cNvSpPr txBox="1"/>
          <p:nvPr/>
        </p:nvSpPr>
        <p:spPr>
          <a:xfrm>
            <a:off x="956691" y="2180844"/>
            <a:ext cx="2048484" cy="27517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튜토리얼 2종</a:t>
            </a:r>
            <a:endParaRPr sz="500"/>
          </a:p>
        </p:txBody>
      </p:sp>
      <p:sp>
        <p:nvSpPr>
          <p:cNvPr id="578" name="Google Shape;578;p39"/>
          <p:cNvSpPr txBox="1"/>
          <p:nvPr/>
        </p:nvSpPr>
        <p:spPr>
          <a:xfrm>
            <a:off x="3348075" y="2180844"/>
            <a:ext cx="4874666" cy="27517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" sz="1000" u="none" cap="none" strike="noStrike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설계 · 구현 완료 — 검증 · 영상 녹화 전이라 </a:t>
            </a:r>
            <a:r>
              <a:rPr b="0" i="0" lang="ko" sz="1000" u="none" cap="none" strike="noStrike">
                <a:solidFill>
                  <a:srgbClr val="004CB3"/>
                </a:solidFill>
                <a:latin typeface="Arial"/>
                <a:ea typeface="Arial"/>
                <a:cs typeface="Arial"/>
                <a:sym typeface="Arial"/>
              </a:rPr>
              <a:t>현재 비활성화</a:t>
            </a:r>
            <a:endParaRPr sz="500"/>
          </a:p>
        </p:txBody>
      </p:sp>
      <p:sp>
        <p:nvSpPr>
          <p:cNvPr id="579" name="Google Shape;579;p39"/>
          <p:cNvSpPr/>
          <p:nvPr/>
        </p:nvSpPr>
        <p:spPr>
          <a:xfrm>
            <a:off x="768096" y="2517743"/>
            <a:ext cx="7608951" cy="316325"/>
          </a:xfrm>
          <a:prstGeom prst="roundRect">
            <a:avLst>
              <a:gd fmla="val 9756" name="adj"/>
            </a:avLst>
          </a:prstGeom>
          <a:solidFill>
            <a:srgbClr val="EBEBEB"/>
          </a:solidFill>
          <a:ln>
            <a:noFill/>
          </a:ln>
        </p:spPr>
        <p:txBody>
          <a:bodyPr anchorCtr="0" anchor="ctr" bIns="17150" lIns="34275" spcFirstLastPara="1" rIns="34275" wrap="square" tIns="171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0" name="Google Shape;580;p39"/>
          <p:cNvSpPr txBox="1"/>
          <p:nvPr/>
        </p:nvSpPr>
        <p:spPr>
          <a:xfrm>
            <a:off x="956691" y="2538317"/>
            <a:ext cx="2048484" cy="27517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효과음 3종</a:t>
            </a:r>
            <a:endParaRPr sz="500"/>
          </a:p>
        </p:txBody>
      </p:sp>
      <p:sp>
        <p:nvSpPr>
          <p:cNvPr id="581" name="Google Shape;581;p39"/>
          <p:cNvSpPr txBox="1"/>
          <p:nvPr/>
        </p:nvSpPr>
        <p:spPr>
          <a:xfrm>
            <a:off x="3348075" y="2538317"/>
            <a:ext cx="4874666" cy="27517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" sz="1000" u="none" cap="none" strike="noStrike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슬롯 배선 완료, 클립 선정만 남음</a:t>
            </a:r>
            <a:endParaRPr sz="500"/>
          </a:p>
        </p:txBody>
      </p:sp>
      <p:sp>
        <p:nvSpPr>
          <p:cNvPr id="582" name="Google Shape;582;p39"/>
          <p:cNvSpPr/>
          <p:nvPr/>
        </p:nvSpPr>
        <p:spPr>
          <a:xfrm>
            <a:off x="768096" y="2875217"/>
            <a:ext cx="7608951" cy="316325"/>
          </a:xfrm>
          <a:prstGeom prst="roundRect">
            <a:avLst>
              <a:gd fmla="val 9756" name="adj"/>
            </a:avLst>
          </a:prstGeom>
          <a:solidFill>
            <a:srgbClr val="F5F5F5"/>
          </a:solidFill>
          <a:ln>
            <a:noFill/>
          </a:ln>
        </p:spPr>
        <p:txBody>
          <a:bodyPr anchorCtr="0" anchor="ctr" bIns="17150" lIns="34275" spcFirstLastPara="1" rIns="34275" wrap="square" tIns="171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3" name="Google Shape;583;p39"/>
          <p:cNvSpPr txBox="1"/>
          <p:nvPr/>
        </p:nvSpPr>
        <p:spPr>
          <a:xfrm>
            <a:off x="956691" y="2895791"/>
            <a:ext cx="2048484" cy="27517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잡몹 밸런스 수치</a:t>
            </a:r>
            <a:endParaRPr sz="500"/>
          </a:p>
        </p:txBody>
      </p:sp>
      <p:sp>
        <p:nvSpPr>
          <p:cNvPr id="584" name="Google Shape;584;p39"/>
          <p:cNvSpPr txBox="1"/>
          <p:nvPr/>
        </p:nvSpPr>
        <p:spPr>
          <a:xfrm>
            <a:off x="3348075" y="2895791"/>
            <a:ext cx="4874666" cy="27517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" sz="1000" u="none" cap="none" strike="noStrike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시스템 완료, 수치 입력 전 (공용값으로 동작 중)</a:t>
            </a:r>
            <a:endParaRPr sz="500"/>
          </a:p>
        </p:txBody>
      </p:sp>
      <p:sp>
        <p:nvSpPr>
          <p:cNvPr id="585" name="Google Shape;585;p39"/>
          <p:cNvSpPr/>
          <p:nvPr/>
        </p:nvSpPr>
        <p:spPr>
          <a:xfrm>
            <a:off x="768096" y="3232690"/>
            <a:ext cx="7608951" cy="316325"/>
          </a:xfrm>
          <a:prstGeom prst="roundRect">
            <a:avLst>
              <a:gd fmla="val 9756" name="adj"/>
            </a:avLst>
          </a:prstGeom>
          <a:solidFill>
            <a:srgbClr val="EBEBEB"/>
          </a:solidFill>
          <a:ln>
            <a:noFill/>
          </a:ln>
        </p:spPr>
        <p:txBody>
          <a:bodyPr anchorCtr="0" anchor="ctr" bIns="17150" lIns="34275" spcFirstLastPara="1" rIns="34275" wrap="square" tIns="171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6" name="Google Shape;586;p39"/>
          <p:cNvSpPr txBox="1"/>
          <p:nvPr/>
        </p:nvSpPr>
        <p:spPr>
          <a:xfrm>
            <a:off x="956691" y="3253264"/>
            <a:ext cx="2048484" cy="27517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콘텐츠 볼륨</a:t>
            </a:r>
            <a:endParaRPr sz="500"/>
          </a:p>
        </p:txBody>
      </p:sp>
      <p:sp>
        <p:nvSpPr>
          <p:cNvPr id="587" name="Google Shape;587;p39"/>
          <p:cNvSpPr txBox="1"/>
          <p:nvPr/>
        </p:nvSpPr>
        <p:spPr>
          <a:xfrm>
            <a:off x="3348075" y="3253264"/>
            <a:ext cx="4874666" cy="27517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" sz="1000" u="none" cap="none" strike="noStrike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월드 2개(6판). 시스템은 확장 대비 완료</a:t>
            </a:r>
            <a:endParaRPr sz="500"/>
          </a:p>
        </p:txBody>
      </p:sp>
      <p:sp>
        <p:nvSpPr>
          <p:cNvPr id="588" name="Google Shape;588;p39"/>
          <p:cNvSpPr/>
          <p:nvPr/>
        </p:nvSpPr>
        <p:spPr>
          <a:xfrm>
            <a:off x="768096" y="3651885"/>
            <a:ext cx="7608951" cy="582930"/>
          </a:xfrm>
          <a:prstGeom prst="roundRect">
            <a:avLst>
              <a:gd fmla="val 7647" name="adj"/>
            </a:avLst>
          </a:prstGeom>
          <a:solidFill>
            <a:srgbClr val="F5F5F5"/>
          </a:solidFill>
          <a:ln cap="flat" cmpd="sng" w="9525">
            <a:solidFill>
              <a:srgbClr val="DDDD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7150" lIns="34275" spcFirstLastPara="1" rIns="34275" wrap="square" tIns="171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9" name="Google Shape;589;p39"/>
          <p:cNvSpPr txBox="1"/>
          <p:nvPr/>
        </p:nvSpPr>
        <p:spPr>
          <a:xfrm>
            <a:off x="1059561" y="3706749"/>
            <a:ext cx="7026021" cy="47320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남은 것이 적은 이유</a:t>
            </a:r>
            <a:endParaRPr sz="500"/>
          </a:p>
          <a:p>
            <a:pPr indent="0" lvl="0" marL="0" marR="0" rtl="0" algn="l">
              <a:lnSpc>
                <a:spcPct val="122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b="0" i="0" lang="ko" sz="800" u="none" cap="none" strike="noStrike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전부 </a:t>
            </a:r>
            <a:r>
              <a:rPr b="0" i="0" lang="ko" sz="800" u="none" cap="none" strike="noStrike">
                <a:solidFill>
                  <a:srgbClr val="004CB3"/>
                </a:solidFill>
                <a:latin typeface="Arial"/>
                <a:ea typeface="Arial"/>
                <a:cs typeface="Arial"/>
                <a:sym typeface="Arial"/>
              </a:rPr>
              <a:t>데이터를 채우는 일</a:t>
            </a:r>
            <a:r>
              <a:rPr b="0" i="0" lang="ko" sz="800" u="none" cap="none" strike="noStrike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이고 코드를 고칠 일이 아니다. 스테이지 · 캐릭터 · 언어 · 기믹 어느 쪽으로 늘려도 </a:t>
            </a:r>
            <a:r>
              <a:rPr b="0" i="0" lang="ko" sz="800" u="none" cap="none" strike="noStrike">
                <a:solidFill>
                  <a:srgbClr val="004CB3"/>
                </a:solidFill>
                <a:latin typeface="Arial"/>
                <a:ea typeface="Arial"/>
                <a:cs typeface="Arial"/>
                <a:sym typeface="Arial"/>
              </a:rPr>
              <a:t>에셋 1개 또는 상속 1개</a:t>
            </a:r>
            <a:r>
              <a:rPr b="0" i="0" lang="ko" sz="800" u="none" cap="none" strike="noStrike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로 붙는다.</a:t>
            </a:r>
            <a:endParaRPr sz="50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3" name="Shape 5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4" name="Google Shape;594;p40"/>
          <p:cNvSpPr/>
          <p:nvPr/>
        </p:nvSpPr>
        <p:spPr>
          <a:xfrm>
            <a:off x="267462" y="596646"/>
            <a:ext cx="8613600" cy="4296600"/>
          </a:xfrm>
          <a:prstGeom prst="roundRect">
            <a:avLst>
              <a:gd fmla="val 1117" name="adj"/>
            </a:avLst>
          </a:prstGeom>
          <a:solidFill>
            <a:srgbClr val="FFFFFF"/>
          </a:solidFill>
          <a:ln>
            <a:noFill/>
          </a:ln>
          <a:effectLst>
            <a:outerShdw blurRad="76200" rotWithShape="0" dir="5400000" dist="25400">
              <a:srgbClr val="000000">
                <a:alpha val="9020"/>
              </a:srgbClr>
            </a:outerShdw>
          </a:effectLst>
        </p:spPr>
        <p:txBody>
          <a:bodyPr anchorCtr="0" anchor="ctr" bIns="17150" lIns="34275" spcFirstLastPara="1" rIns="34275" wrap="square" tIns="171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5" name="Google Shape;595;p40"/>
          <p:cNvSpPr/>
          <p:nvPr/>
        </p:nvSpPr>
        <p:spPr>
          <a:xfrm>
            <a:off x="267462" y="253746"/>
            <a:ext cx="8613600" cy="318900"/>
          </a:xfrm>
          <a:prstGeom prst="roundRect">
            <a:avLst>
              <a:gd fmla="val 12903" name="adj"/>
            </a:avLst>
          </a:prstGeom>
          <a:solidFill>
            <a:srgbClr val="1D1D1D"/>
          </a:solidFill>
          <a:ln>
            <a:noFill/>
          </a:ln>
        </p:spPr>
        <p:txBody>
          <a:bodyPr anchorCtr="0" anchor="ctr" bIns="17150" lIns="34275" spcFirstLastPara="1" rIns="34275" wrap="square" tIns="171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6" name="Google Shape;596;p40"/>
          <p:cNvSpPr txBox="1"/>
          <p:nvPr/>
        </p:nvSpPr>
        <p:spPr>
          <a:xfrm>
            <a:off x="510921" y="322326"/>
            <a:ext cx="20574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ChainRiposte</a:t>
            </a:r>
            <a:endParaRPr sz="500"/>
          </a:p>
        </p:txBody>
      </p:sp>
      <p:sp>
        <p:nvSpPr>
          <p:cNvPr id="597" name="Google Shape;597;p40"/>
          <p:cNvSpPr txBox="1"/>
          <p:nvPr/>
        </p:nvSpPr>
        <p:spPr>
          <a:xfrm>
            <a:off x="6480810" y="342900"/>
            <a:ext cx="2160300" cy="12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" sz="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2026-08</a:t>
            </a:r>
            <a:endParaRPr sz="500"/>
          </a:p>
        </p:txBody>
      </p:sp>
      <p:cxnSp>
        <p:nvCxnSpPr>
          <p:cNvPr id="598" name="Google Shape;598;p40"/>
          <p:cNvCxnSpPr/>
          <p:nvPr/>
        </p:nvCxnSpPr>
        <p:spPr>
          <a:xfrm>
            <a:off x="500634" y="4670298"/>
            <a:ext cx="7975800" cy="0"/>
          </a:xfrm>
          <a:prstGeom prst="straightConnector1">
            <a:avLst/>
          </a:prstGeom>
          <a:noFill/>
          <a:ln cap="flat" cmpd="sng" w="13950">
            <a:solidFill>
              <a:srgbClr val="3F3F3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40"/>
              </a:srgbClr>
            </a:outerShdw>
          </a:effectLst>
        </p:spPr>
      </p:cxnSp>
      <p:sp>
        <p:nvSpPr>
          <p:cNvPr id="599" name="Google Shape;599;p40"/>
          <p:cNvSpPr txBox="1"/>
          <p:nvPr/>
        </p:nvSpPr>
        <p:spPr>
          <a:xfrm>
            <a:off x="6652260" y="4714875"/>
            <a:ext cx="2023200" cy="10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" sz="700" u="none" cap="none" strike="noStrike">
                <a:solidFill>
                  <a:srgbClr val="1D1D1D"/>
                </a:solidFill>
                <a:latin typeface="Arial"/>
                <a:ea typeface="Arial"/>
                <a:cs typeface="Arial"/>
                <a:sym typeface="Arial"/>
              </a:rPr>
              <a:t>17</a:t>
            </a:r>
            <a:endParaRPr sz="500"/>
          </a:p>
        </p:txBody>
      </p:sp>
      <p:sp>
        <p:nvSpPr>
          <p:cNvPr id="600" name="Google Shape;600;p40"/>
          <p:cNvSpPr txBox="1"/>
          <p:nvPr/>
        </p:nvSpPr>
        <p:spPr>
          <a:xfrm>
            <a:off x="1443009" y="2302674"/>
            <a:ext cx="62580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2500"/>
              <a:t>감사합니다</a:t>
            </a:r>
            <a:endParaRPr sz="500"/>
          </a:p>
        </p:txBody>
      </p:sp>
      <p:cxnSp>
        <p:nvCxnSpPr>
          <p:cNvPr id="601" name="Google Shape;601;p40"/>
          <p:cNvCxnSpPr/>
          <p:nvPr/>
        </p:nvCxnSpPr>
        <p:spPr>
          <a:xfrm>
            <a:off x="493776" y="1248156"/>
            <a:ext cx="8157600" cy="0"/>
          </a:xfrm>
          <a:prstGeom prst="straightConnector1">
            <a:avLst/>
          </a:prstGeom>
          <a:noFill/>
          <a:ln cap="flat" cmpd="sng" w="15875">
            <a:solidFill>
              <a:srgbClr val="3F3F3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40"/>
              </a:srgbClr>
            </a:outerShdw>
          </a:effectLst>
        </p:spPr>
      </p:cxnSp>
      <p:sp>
        <p:nvSpPr>
          <p:cNvPr id="602" name="Google Shape;602;p40"/>
          <p:cNvSpPr/>
          <p:nvPr/>
        </p:nvSpPr>
        <p:spPr>
          <a:xfrm>
            <a:off x="768096" y="4310253"/>
            <a:ext cx="7608900" cy="301800"/>
          </a:xfrm>
          <a:prstGeom prst="roundRect">
            <a:avLst>
              <a:gd fmla="val 14772" name="adj"/>
            </a:avLst>
          </a:prstGeom>
          <a:solidFill>
            <a:srgbClr val="1D1D1D"/>
          </a:solidFill>
          <a:ln>
            <a:noFill/>
          </a:ln>
        </p:spPr>
        <p:txBody>
          <a:bodyPr anchorCtr="0" anchor="ctr" bIns="17150" lIns="34275" spcFirstLastPara="1" rIns="34275" wrap="square" tIns="171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3" name="Google Shape;603;p40"/>
          <p:cNvSpPr/>
          <p:nvPr/>
        </p:nvSpPr>
        <p:spPr>
          <a:xfrm>
            <a:off x="768096" y="4310253"/>
            <a:ext cx="58200" cy="301800"/>
          </a:xfrm>
          <a:prstGeom prst="rect">
            <a:avLst/>
          </a:prstGeom>
          <a:solidFill>
            <a:srgbClr val="0073FF"/>
          </a:solidFill>
          <a:ln>
            <a:noFill/>
          </a:ln>
        </p:spPr>
        <p:txBody>
          <a:bodyPr anchorCtr="0" anchor="ctr" bIns="17150" lIns="34275" spcFirstLastPara="1" rIns="34275" wrap="square" tIns="171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